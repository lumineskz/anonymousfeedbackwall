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notesSlides/notesSlide8.xml" ContentType="application/vnd.openxmlformats-officedocument.presentationml.notesSlide+xml"/>
  <Override PartName="/ppt/ink/ink3.xml" ContentType="application/inkml+xml"/>
  <Override PartName="/ppt/notesSlides/notesSlide9.xml" ContentType="application/vnd.openxmlformats-officedocument.presentationml.notesSlide+xml"/>
  <Override PartName="/ppt/ink/ink4.xml" ContentType="application/inkml+xml"/>
  <Override PartName="/ppt/ink/ink5.xml" ContentType="application/inkml+xml"/>
  <Override PartName="/ppt/notesSlides/notesSlide10.xml" ContentType="application/vnd.openxmlformats-officedocument.presentationml.notesSlide+xml"/>
  <Override PartName="/ppt/ink/ink6.xml" ContentType="application/inkml+xml"/>
  <Override PartName="/ppt/ink/ink7.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61" r:id="rId7"/>
    <p:sldId id="262" r:id="rId8"/>
    <p:sldId id="263" r:id="rId9"/>
    <p:sldId id="269" r:id="rId10"/>
    <p:sldId id="264" r:id="rId11"/>
    <p:sldId id="265" r:id="rId12"/>
    <p:sldId id="266" r:id="rId13"/>
    <p:sldId id="267" r:id="rId14"/>
    <p:sldId id="272" r:id="rId15"/>
    <p:sldId id="273" r:id="rId16"/>
    <p:sldId id="274" r:id="rId17"/>
    <p:sldId id="275" r:id="rId18"/>
    <p:sldId id="276" r:id="rId19"/>
    <p:sldId id="268" r:id="rId20"/>
    <p:sldId id="271"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guide id="3" pos="2976">
          <p15:clr>
            <a:srgbClr val="747775"/>
          </p15:clr>
        </p15:guide>
        <p15:guide id="4" orient="horz" pos="171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2CC"/>
    <a:srgbClr val="D5E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105" d="100"/>
          <a:sy n="105" d="100"/>
        </p:scale>
        <p:origin x="826" y="62"/>
      </p:cViewPr>
      <p:guideLst>
        <p:guide orient="horz" pos="1620"/>
        <p:guide pos="2880"/>
        <p:guide pos="2976"/>
        <p:guide orient="horz" pos="17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6T16:30:07.518"/>
    </inkml:context>
    <inkml:brush xml:id="br0">
      <inkml:brushProperty name="width" value="0.035" units="cm"/>
      <inkml:brushProperty name="height" value="0.035" units="cm"/>
    </inkml:brush>
  </inkml:definitions>
  <inkml:trace contextRef="#ctx0" brushRef="#br0">1 9269 24575,'572'0'0,"-474"8"0,-5 0 0,-56-7 0,5 0 0,69-6 0,-108 5 0,-1-1 0,1 1 0,-1-1 0,1 1 0,0-1 0,-1 0 0,1 0 0,-1 0 0,0 0 0,1-1 0,-1 1 0,0 0 0,0-1 0,4-3 0,-3 0 0,0 1 0,0-1 0,0 0 0,0-1 0,2-8 0,2-5 0,7-36 0,1-3 0,-11 40 0,1 0 0,2-29 0,-5 28 0,1 0 0,7-23 0,-5 22 0,0 0 0,-2 0 0,3-35 0,-6-64 0,-1 75 0,7-76 0,3 17 0,-7-159 0,-3 134 0,1 102 0,-1 9 0,1-1 0,1 0 0,0 0 0,1 1 0,7-25 0,-3 21 0,-1-1 0,-1 0 0,2-42 0,-6-69 0,-2 56 0,1 41 0,0 17 0,1 0 0,1 0 0,0 0 0,1-1 0,8-28 0,-4 25 0,-2 0 0,0 0 0,-2 0 0,0-40 0,1-13 0,0 49 0,2 0 0,9-27 0,-7 30 0,-2-1 0,5-41 0,-9 10 0,-1 40 0,0 0 0,0 0 0,2 0 0,0 1 0,7-25 0,-4 19 0,-1 1 0,0-1 0,-2 0 0,1-22 0,0-8 0,11-26 0,-9 52 0,4-39 0,-7 2 0,-2 38 0,1 0 0,1 0 0,6-34 0,-1 22 0,-1-1 0,0-68 0,-4 65 0,5-37-444,0-12-115,-5 62 828,0-1 0,10-35 0,-3 17-73,-3-16-196,-5 44 0,1-1 0,1 1 0,5-19 0,-3 16 0,5-38 0,-8 39 0,1 1 0,8-28 0,-4 23 0,-2-1 0,-1 0 0,2-44 0,0-1 0,-1-14 0,-4 59 0,0 0 0,10-49 0,-3 44 0,15-40 0,-19 55 0,0 1 0,0 0 0,-1-1 0,-1 0 0,0 0 0,-1-21 0,1-13 0,0 35 0,1 0 0,5-17 0,-3 16 0,3-25 0,12-176 0,-6 140 0,-9 51 0,5-40 0,-7 36 0,10-37 0,-7 38 0,3-41 0,-5 38 0,1 0 0,10-37 0,-7 40 0,-2 0 0,-1-1 0,1-30 0,-4 27 0,2-1 0,9-39 0,-4 8 0,-7 43 0,1 0 0,8-28 0,7-32 0,-5 16 0,-6 30 0,-1 0 0,1-42 0,1-8 0,-3 8 0,-5 59 0,0 0 0,2 0 0,0 0 0,8-31 0,-5 29 0,0 0 0,2-23 0,-5 21 0,11-35 0,-7 33 0,-2 1 0,4-42 0,-5 36 0,7-34 0,-1 15 0,3-51 0,0-6 0,14 0 0,-2-5 0,-12 56 0,2 4 0,-9 35 0,-1-1 0,0 0 0,2-26 0,10-149 0,-2 118 0,-8 49 0,5-45 0,-9 53 0,0 0 0,9-27 0,-6 25 0,4-28 0,14-70 0,-15 86 0,-1-1 0,-2 0 0,2-33 0,-7 44 0,0 4 0,0-1 0,2 1 0,0 0 0,6-24 0,-3 17 0,6-44 0,-7 36 0,0 11 0,1 0 0,0 1 0,12-26 0,-8 24 0,-2 0 0,6-27 0,5-61 0,-15 95 0,1 0 0,0 0 0,1 1 0,12-22 0,6-16 0,-19 40 0,1 1 0,0 0 0,1 0 0,0 1 0,0 0 0,1 0 0,0 0 0,1 1 0,0 0 0,0 0 0,1 1 0,-1 0 0,2 0 0,-1 1 0,1 0 0,0 1 0,0 0 0,20-6 0,138-35 0,-102 37 0,-49 7 0,1 0 0,33-9 0,-30 5 0,0 1 0,0 1 0,0 1 0,23-1 0,90 6 0,-54 0 0,-65-2 0,10 0 0,1 0 0,-1-2 0,49-9 0,-45 5 0,-1 1 0,51-3 0,57 8 0,3 0 0,-64-8-331,14 1-98,-83 6 429,20 1 0,0-1 0,-1-1 0,30-7 0,-18 2 82,0 1 1,55-2-1,77 9 323,-65 1-297,1076-2-108,-1173 0 0,0 0 0,0 0 0,0 1 0,0 0 0,10 2 0,-15-2 0,0 0 0,-1 0 0,1-1 0,0 1 0,0 1 0,0-1 0,-1 0 0,1 0 0,0 1 0,-1-1 0,0 1 0,1-1 0,-1 1 0,0 0 0,1-1 0,-1 1 0,0 0 0,-1 0 0,1 0 0,0 0 0,0 0 0,-1 0 0,1 2 0,1 8 0,-1 0 0,1 18 0,1 20 0,6 9 0,-2 0 0,0 75 0,-8 414-1365,1-525-5461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6T16:30:20.647"/>
    </inkml:context>
    <inkml:brush xml:id="br0">
      <inkml:brushProperty name="width" value="0.035" units="cm"/>
      <inkml:brushProperty name="height" value="0.035" units="cm"/>
    </inkml:brush>
  </inkml:definitions>
  <inkml:trace contextRef="#ctx0" brushRef="#br0">0 39 24575,'3'1'0,"-1"0"0,0 0 0,1 0 0,-1 0 0,0 1 0,0-1 0,0 1 0,0-1 0,0 1 0,0 0 0,2 3 0,10 7 0,-10-9 0,0 0 0,-1 1 0,1 0 0,-1-1 0,0 1 0,0 1 0,0-1 0,-1 0 0,4 9 0,-3-7 0,1 0 0,-1 0 0,1 0 0,7 8 0,-7-10 0,9 6 0,-8-12 0,-1-10 0,-1 0 0,1 0 0,0 1 0,1 0 0,1 0 0,0 0 0,0 1 0,1-1 0,9-10 0,24-19 0,-40 40 0,0 0 0,0 0 0,0 0 0,0 0 0,0 0 0,1 0 0,-1 0 0,0 0 0,0 0 0,0 0 0,0 0 0,0 0 0,0-1 0,0 1 0,0 0 0,0 0 0,0 0 0,1 0 0,-1 0 0,0 0 0,0 0 0,0-1 0,0 1 0,0 0 0,0 0 0,0 0 0,0 0 0,0 0 0,0 0 0,0 0 0,0-1 0,0 1 0,0 0 0,0 0 0,0 0 0,0 0 0,0 0 0,0 0 0,0-1 0,0 1 0,0 0 0,0 0 0,-1 0 0,1 0 0,0 0 0,0 0 0,0 0 0,0 0 0,0-1 0,0 1 0,0 0 0,0 0 0,0 0 0,-1 0 0,-8 1 0,-12 8 0,7 0 0,12-9 0,0 1 0,0 0 0,0 0 0,0 1 0,0-1 0,0 0 0,0 1 0,1-1 0,-1 1 0,1-1 0,-1 1 0,1 0 0,-1 0 0,1-1 0,0 1 0,0 0 0,0 0 0,0 1 0,0-1 0,0 0 0,0 0 0,0 5 0,1-5 0,0 1 0,0-1 0,-1 1 0,1 0 0,-1-1 0,1 1 0,-1-1 0,0 1 0,0-1 0,0 1 0,0-1 0,-1 0 0,1 0 0,-1 1 0,-3 3 0,3-5 0,0 0 0,0 1 0,0-1 0,0 0 0,0 0 0,-1 0 0,1-1 0,0 1 0,-1 0 0,1-1 0,0 1 0,-1-1 0,1 0 0,-1 0 0,1 0 0,-5-1 0,5 1 0,0 0 0,0-1 0,0 1 0,1-1 0,-1 0 0,0 1 0,1-1 0,-1 0 0,0 0 0,1 0 0,-1 0 0,1 0 0,-1-1 0,1 1 0,0 0 0,-2-2 0,-17-28 0,7 10 0,-6-7-1365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30T05:55:33.760"/>
    </inkml:context>
    <inkml:brush xml:id="br0">
      <inkml:brushProperty name="width" value="0.05" units="cm"/>
      <inkml:brushProperty name="height" value="0.05" units="cm"/>
      <inkml:brushProperty name="color" value="#AE198D"/>
      <inkml:brushProperty name="inkEffects" value="galaxy"/>
      <inkml:brushProperty name="anchorX" value="-2318.70801"/>
      <inkml:brushProperty name="anchorY" value="-1900.55176"/>
      <inkml:brushProperty name="scaleFactor" value="0.5"/>
    </inkml:brush>
  </inkml:definitions>
  <inkml:trace contextRef="#ctx0" brushRef="#br0">1 0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9T13:39:29.383"/>
    </inkml:context>
    <inkml:brush xml:id="br0">
      <inkml:brushProperty name="width" value="0.035" units="cm"/>
      <inkml:brushProperty name="height" value="0.035" units="cm"/>
    </inkml:brush>
  </inkml:definitions>
  <inkml:trace contextRef="#ctx0" brushRef="#br0">1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9T13:39:29.739"/>
    </inkml:context>
    <inkml:brush xml:id="br0">
      <inkml:brushProperty name="width" value="0.035" units="cm"/>
      <inkml:brushProperty name="height" value="0.035" units="cm"/>
    </inkml:brush>
  </inkml:definitions>
  <inkml:trace contextRef="#ctx0" brushRef="#br0">1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9T17:04:28.421"/>
    </inkml:context>
    <inkml:brush xml:id="br0">
      <inkml:brushProperty name="width" value="0.035" units="cm"/>
      <inkml:brushProperty name="height" value="0.035" units="cm"/>
    </inkml:brush>
  </inkml:definitions>
  <inkml:trace contextRef="#ctx0" brushRef="#br0">0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9T17:04:30.748"/>
    </inkml:context>
    <inkml:brush xml:id="br0">
      <inkml:brushProperty name="width" value="0.035" units="cm"/>
      <inkml:brushProperty name="height" value="0.035" units="cm"/>
    </inkml:brush>
  </inkml:definitions>
  <inkml:trace contextRef="#ctx0" brushRef="#br0">1 1 24575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a30a109af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a30a109af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a30a109af6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a30a109af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a30a109af6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a30a109af6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a30a109af6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a30a109af6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a30a109af6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a30a109af6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a30a109af6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a30a109af6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a30a109af6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a30a109af6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a30a109af6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a30a109af6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a30a109af6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a30a109af6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a30a109af6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a30a109af6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a30a109af6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a30a109af6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a30a109af6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a30a109af6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Font typeface="Times New Roman"/>
              <a:buNone/>
              <a:defRPr sz="5200">
                <a:latin typeface="Times New Roman"/>
                <a:ea typeface="Times New Roman"/>
                <a:cs typeface="Times New Roman"/>
                <a:sym typeface="Times New Roma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Font typeface="Times New Roman"/>
              <a:buNone/>
              <a:defRPr sz="2800">
                <a:latin typeface="Times New Roman"/>
                <a:ea typeface="Times New Roman"/>
                <a:cs typeface="Times New Roman"/>
                <a:sym typeface="Times New Roman"/>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Font typeface="Times New Roman"/>
              <a:buNone/>
              <a:defRPr sz="3600">
                <a:latin typeface="Times New Roman"/>
                <a:ea typeface="Times New Roman"/>
                <a:cs typeface="Times New Roman"/>
                <a:sym typeface="Times New Roman"/>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Font typeface="Times New Roman"/>
              <a:buNone/>
              <a:defRPr>
                <a:latin typeface="Times New Roman"/>
                <a:ea typeface="Times New Roman"/>
                <a:cs typeface="Times New Roman"/>
                <a:sym typeface="Times New Roman"/>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Font typeface="Times New Roman"/>
              <a:buChar char="●"/>
              <a:defRPr>
                <a:latin typeface="Times New Roman"/>
                <a:ea typeface="Times New Roman"/>
                <a:cs typeface="Times New Roman"/>
                <a:sym typeface="Times New Roman"/>
              </a:defRPr>
            </a:lvl1pPr>
            <a:lvl2pPr marL="914400" lvl="1" indent="-317500">
              <a:spcBef>
                <a:spcPts val="0"/>
              </a:spcBef>
              <a:spcAft>
                <a:spcPts val="0"/>
              </a:spcAft>
              <a:buSzPts val="1400"/>
              <a:buFont typeface="Times New Roman"/>
              <a:buChar char="○"/>
              <a:defRPr>
                <a:latin typeface="Times New Roman"/>
                <a:ea typeface="Times New Roman"/>
                <a:cs typeface="Times New Roman"/>
                <a:sym typeface="Times New Roman"/>
              </a:defRPr>
            </a:lvl2pPr>
            <a:lvl3pPr marL="1371600" lvl="2" indent="-317500">
              <a:spcBef>
                <a:spcPts val="0"/>
              </a:spcBef>
              <a:spcAft>
                <a:spcPts val="0"/>
              </a:spcAft>
              <a:buSzPts val="1400"/>
              <a:buFont typeface="Times New Roman"/>
              <a:buChar char="■"/>
              <a:defRPr>
                <a:latin typeface="Times New Roman"/>
                <a:ea typeface="Times New Roman"/>
                <a:cs typeface="Times New Roman"/>
                <a:sym typeface="Times New Roman"/>
              </a:defRPr>
            </a:lvl3pPr>
            <a:lvl4pPr marL="1828800" lvl="3" indent="-317500">
              <a:spcBef>
                <a:spcPts val="0"/>
              </a:spcBef>
              <a:spcAft>
                <a:spcPts val="0"/>
              </a:spcAft>
              <a:buSzPts val="1400"/>
              <a:buFont typeface="Times New Roman"/>
              <a:buChar char="●"/>
              <a:defRPr>
                <a:latin typeface="Times New Roman"/>
                <a:ea typeface="Times New Roman"/>
                <a:cs typeface="Times New Roman"/>
                <a:sym typeface="Times New Roman"/>
              </a:defRPr>
            </a:lvl4pPr>
            <a:lvl5pPr marL="2286000" lvl="4" indent="-317500">
              <a:spcBef>
                <a:spcPts val="0"/>
              </a:spcBef>
              <a:spcAft>
                <a:spcPts val="0"/>
              </a:spcAft>
              <a:buSzPts val="1400"/>
              <a:buFont typeface="Times New Roman"/>
              <a:buChar char="○"/>
              <a:defRPr>
                <a:latin typeface="Times New Roman"/>
                <a:ea typeface="Times New Roman"/>
                <a:cs typeface="Times New Roman"/>
                <a:sym typeface="Times New Roman"/>
              </a:defRPr>
            </a:lvl5pPr>
            <a:lvl6pPr marL="2743200" lvl="5" indent="-317500">
              <a:spcBef>
                <a:spcPts val="0"/>
              </a:spcBef>
              <a:spcAft>
                <a:spcPts val="0"/>
              </a:spcAft>
              <a:buSzPts val="1400"/>
              <a:buFont typeface="Times New Roman"/>
              <a:buChar char="■"/>
              <a:defRPr>
                <a:latin typeface="Times New Roman"/>
                <a:ea typeface="Times New Roman"/>
                <a:cs typeface="Times New Roman"/>
                <a:sym typeface="Times New Roman"/>
              </a:defRPr>
            </a:lvl6pPr>
            <a:lvl7pPr marL="3200400" lvl="6" indent="-317500">
              <a:spcBef>
                <a:spcPts val="0"/>
              </a:spcBef>
              <a:spcAft>
                <a:spcPts val="0"/>
              </a:spcAft>
              <a:buSzPts val="1400"/>
              <a:buFont typeface="Times New Roman"/>
              <a:buChar char="●"/>
              <a:defRPr>
                <a:latin typeface="Times New Roman"/>
                <a:ea typeface="Times New Roman"/>
                <a:cs typeface="Times New Roman"/>
                <a:sym typeface="Times New Roman"/>
              </a:defRPr>
            </a:lvl7pPr>
            <a:lvl8pPr marL="3657600" lvl="7" indent="-317500">
              <a:spcBef>
                <a:spcPts val="0"/>
              </a:spcBef>
              <a:spcAft>
                <a:spcPts val="0"/>
              </a:spcAft>
              <a:buSzPts val="1400"/>
              <a:buFont typeface="Times New Roman"/>
              <a:buChar char="○"/>
              <a:defRPr>
                <a:latin typeface="Times New Roman"/>
                <a:ea typeface="Times New Roman"/>
                <a:cs typeface="Times New Roman"/>
                <a:sym typeface="Times New Roman"/>
              </a:defRPr>
            </a:lvl8pPr>
            <a:lvl9pPr marL="4114800" lvl="8" indent="-317500">
              <a:spcBef>
                <a:spcPts val="0"/>
              </a:spcBef>
              <a:spcAft>
                <a:spcPts val="0"/>
              </a:spcAft>
              <a:buSzPts val="1400"/>
              <a:buFont typeface="Times New Roman"/>
              <a:buChar char="■"/>
              <a:defRPr>
                <a:latin typeface="Times New Roman"/>
                <a:ea typeface="Times New Roman"/>
                <a:cs typeface="Times New Roman"/>
                <a:sym typeface="Times New Roman"/>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Font typeface="Times New Roman"/>
              <a:buNone/>
              <a:defRPr>
                <a:latin typeface="Times New Roman"/>
                <a:ea typeface="Times New Roman"/>
                <a:cs typeface="Times New Roman"/>
                <a:sym typeface="Times New Roman"/>
              </a:defRPr>
            </a:lvl1pPr>
            <a:lvl2pPr lvl="1">
              <a:spcBef>
                <a:spcPts val="0"/>
              </a:spcBef>
              <a:spcAft>
                <a:spcPts val="0"/>
              </a:spcAft>
              <a:buSzPts val="2800"/>
              <a:buFont typeface="Times New Roman"/>
              <a:buNone/>
              <a:defRPr>
                <a:latin typeface="Times New Roman"/>
                <a:ea typeface="Times New Roman"/>
                <a:cs typeface="Times New Roman"/>
                <a:sym typeface="Times New Roman"/>
              </a:defRPr>
            </a:lvl2pPr>
            <a:lvl3pPr lvl="2">
              <a:spcBef>
                <a:spcPts val="0"/>
              </a:spcBef>
              <a:spcAft>
                <a:spcPts val="0"/>
              </a:spcAft>
              <a:buSzPts val="2800"/>
              <a:buFont typeface="Times New Roman"/>
              <a:buNone/>
              <a:defRPr>
                <a:latin typeface="Times New Roman"/>
                <a:ea typeface="Times New Roman"/>
                <a:cs typeface="Times New Roman"/>
                <a:sym typeface="Times New Roman"/>
              </a:defRPr>
            </a:lvl3pPr>
            <a:lvl4pPr lvl="3">
              <a:spcBef>
                <a:spcPts val="0"/>
              </a:spcBef>
              <a:spcAft>
                <a:spcPts val="0"/>
              </a:spcAft>
              <a:buSzPts val="2800"/>
              <a:buFont typeface="Times New Roman"/>
              <a:buNone/>
              <a:defRPr>
                <a:latin typeface="Times New Roman"/>
                <a:ea typeface="Times New Roman"/>
                <a:cs typeface="Times New Roman"/>
                <a:sym typeface="Times New Roman"/>
              </a:defRPr>
            </a:lvl4pPr>
            <a:lvl5pPr lvl="4">
              <a:spcBef>
                <a:spcPts val="0"/>
              </a:spcBef>
              <a:spcAft>
                <a:spcPts val="0"/>
              </a:spcAft>
              <a:buSzPts val="2800"/>
              <a:buFont typeface="Times New Roman"/>
              <a:buNone/>
              <a:defRPr>
                <a:latin typeface="Times New Roman"/>
                <a:ea typeface="Times New Roman"/>
                <a:cs typeface="Times New Roman"/>
                <a:sym typeface="Times New Roman"/>
              </a:defRPr>
            </a:lvl5pPr>
            <a:lvl6pPr lvl="5">
              <a:spcBef>
                <a:spcPts val="0"/>
              </a:spcBef>
              <a:spcAft>
                <a:spcPts val="0"/>
              </a:spcAft>
              <a:buSzPts val="2800"/>
              <a:buFont typeface="Times New Roman"/>
              <a:buNone/>
              <a:defRPr>
                <a:latin typeface="Times New Roman"/>
                <a:ea typeface="Times New Roman"/>
                <a:cs typeface="Times New Roman"/>
                <a:sym typeface="Times New Roman"/>
              </a:defRPr>
            </a:lvl6pPr>
            <a:lvl7pPr lvl="6">
              <a:spcBef>
                <a:spcPts val="0"/>
              </a:spcBef>
              <a:spcAft>
                <a:spcPts val="0"/>
              </a:spcAft>
              <a:buSzPts val="2800"/>
              <a:buFont typeface="Times New Roman"/>
              <a:buNone/>
              <a:defRPr>
                <a:latin typeface="Times New Roman"/>
                <a:ea typeface="Times New Roman"/>
                <a:cs typeface="Times New Roman"/>
                <a:sym typeface="Times New Roman"/>
              </a:defRPr>
            </a:lvl7pPr>
            <a:lvl8pPr lvl="7">
              <a:spcBef>
                <a:spcPts val="0"/>
              </a:spcBef>
              <a:spcAft>
                <a:spcPts val="0"/>
              </a:spcAft>
              <a:buSzPts val="2800"/>
              <a:buFont typeface="Times New Roman"/>
              <a:buNone/>
              <a:defRPr>
                <a:latin typeface="Times New Roman"/>
                <a:ea typeface="Times New Roman"/>
                <a:cs typeface="Times New Roman"/>
                <a:sym typeface="Times New Roman"/>
              </a:defRPr>
            </a:lvl8pPr>
            <a:lvl9pPr lvl="8">
              <a:spcBef>
                <a:spcPts val="0"/>
              </a:spcBef>
              <a:spcAft>
                <a:spcPts val="0"/>
              </a:spcAft>
              <a:buSzPts val="2800"/>
              <a:buFont typeface="Times New Roman"/>
              <a:buNone/>
              <a:defRPr>
                <a:latin typeface="Times New Roman"/>
                <a:ea typeface="Times New Roman"/>
                <a:cs typeface="Times New Roman"/>
                <a:sym typeface="Times New Roman"/>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Font typeface="Times New Roman"/>
              <a:buChar char="●"/>
              <a:defRPr sz="1400">
                <a:latin typeface="Times New Roman"/>
                <a:ea typeface="Times New Roman"/>
                <a:cs typeface="Times New Roman"/>
                <a:sym typeface="Times New Roman"/>
              </a:defRPr>
            </a:lvl1pPr>
            <a:lvl2pPr marL="914400" lvl="1" indent="-304800">
              <a:spcBef>
                <a:spcPts val="0"/>
              </a:spcBef>
              <a:spcAft>
                <a:spcPts val="0"/>
              </a:spcAft>
              <a:buSzPts val="1200"/>
              <a:buFont typeface="Times New Roman"/>
              <a:buChar char="○"/>
              <a:defRPr sz="1200">
                <a:latin typeface="Times New Roman"/>
                <a:ea typeface="Times New Roman"/>
                <a:cs typeface="Times New Roman"/>
                <a:sym typeface="Times New Roman"/>
              </a:defRPr>
            </a:lvl2pPr>
            <a:lvl3pPr marL="1371600" lvl="2" indent="-304800">
              <a:spcBef>
                <a:spcPts val="0"/>
              </a:spcBef>
              <a:spcAft>
                <a:spcPts val="0"/>
              </a:spcAft>
              <a:buSzPts val="1200"/>
              <a:buFont typeface="Times New Roman"/>
              <a:buChar char="■"/>
              <a:defRPr sz="1200">
                <a:latin typeface="Times New Roman"/>
                <a:ea typeface="Times New Roman"/>
                <a:cs typeface="Times New Roman"/>
                <a:sym typeface="Times New Roman"/>
              </a:defRPr>
            </a:lvl3pPr>
            <a:lvl4pPr marL="1828800" lvl="3" indent="-304800">
              <a:spcBef>
                <a:spcPts val="0"/>
              </a:spcBef>
              <a:spcAft>
                <a:spcPts val="0"/>
              </a:spcAft>
              <a:buSzPts val="1200"/>
              <a:buFont typeface="Times New Roman"/>
              <a:buChar char="●"/>
              <a:defRPr sz="1200">
                <a:latin typeface="Times New Roman"/>
                <a:ea typeface="Times New Roman"/>
                <a:cs typeface="Times New Roman"/>
                <a:sym typeface="Times New Roman"/>
              </a:defRPr>
            </a:lvl4pPr>
            <a:lvl5pPr marL="2286000" lvl="4" indent="-304800">
              <a:spcBef>
                <a:spcPts val="0"/>
              </a:spcBef>
              <a:spcAft>
                <a:spcPts val="0"/>
              </a:spcAft>
              <a:buSzPts val="1200"/>
              <a:buFont typeface="Times New Roman"/>
              <a:buChar char="○"/>
              <a:defRPr sz="1200">
                <a:latin typeface="Times New Roman"/>
                <a:ea typeface="Times New Roman"/>
                <a:cs typeface="Times New Roman"/>
                <a:sym typeface="Times New Roman"/>
              </a:defRPr>
            </a:lvl5pPr>
            <a:lvl6pPr marL="2743200" lvl="5" indent="-304800">
              <a:spcBef>
                <a:spcPts val="0"/>
              </a:spcBef>
              <a:spcAft>
                <a:spcPts val="0"/>
              </a:spcAft>
              <a:buSzPts val="1200"/>
              <a:buFont typeface="Times New Roman"/>
              <a:buChar char="■"/>
              <a:defRPr sz="1200">
                <a:latin typeface="Times New Roman"/>
                <a:ea typeface="Times New Roman"/>
                <a:cs typeface="Times New Roman"/>
                <a:sym typeface="Times New Roman"/>
              </a:defRPr>
            </a:lvl6pPr>
            <a:lvl7pPr marL="3200400" lvl="6" indent="-304800">
              <a:spcBef>
                <a:spcPts val="0"/>
              </a:spcBef>
              <a:spcAft>
                <a:spcPts val="0"/>
              </a:spcAft>
              <a:buSzPts val="1200"/>
              <a:buFont typeface="Times New Roman"/>
              <a:buChar char="●"/>
              <a:defRPr sz="1200">
                <a:latin typeface="Times New Roman"/>
                <a:ea typeface="Times New Roman"/>
                <a:cs typeface="Times New Roman"/>
                <a:sym typeface="Times New Roman"/>
              </a:defRPr>
            </a:lvl7pPr>
            <a:lvl8pPr marL="3657600" lvl="7" indent="-304800">
              <a:spcBef>
                <a:spcPts val="0"/>
              </a:spcBef>
              <a:spcAft>
                <a:spcPts val="0"/>
              </a:spcAft>
              <a:buSzPts val="1200"/>
              <a:buFont typeface="Times New Roman"/>
              <a:buChar char="○"/>
              <a:defRPr sz="1200">
                <a:latin typeface="Times New Roman"/>
                <a:ea typeface="Times New Roman"/>
                <a:cs typeface="Times New Roman"/>
                <a:sym typeface="Times New Roman"/>
              </a:defRPr>
            </a:lvl8pPr>
            <a:lvl9pPr marL="4114800" lvl="8" indent="-304800">
              <a:spcBef>
                <a:spcPts val="0"/>
              </a:spcBef>
              <a:spcAft>
                <a:spcPts val="0"/>
              </a:spcAft>
              <a:buSzPts val="1200"/>
              <a:buFont typeface="Times New Roman"/>
              <a:buChar char="■"/>
              <a:defRPr sz="1200">
                <a:latin typeface="Times New Roman"/>
                <a:ea typeface="Times New Roman"/>
                <a:cs typeface="Times New Roman"/>
                <a:sym typeface="Times New Roman"/>
              </a:defRPr>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Font typeface="Times New Roman"/>
              <a:buChar char="●"/>
              <a:defRPr sz="1400">
                <a:latin typeface="Times New Roman"/>
                <a:ea typeface="Times New Roman"/>
                <a:cs typeface="Times New Roman"/>
                <a:sym typeface="Times New Roman"/>
              </a:defRPr>
            </a:lvl1pPr>
            <a:lvl2pPr marL="914400" lvl="1" indent="-304800">
              <a:spcBef>
                <a:spcPts val="0"/>
              </a:spcBef>
              <a:spcAft>
                <a:spcPts val="0"/>
              </a:spcAft>
              <a:buSzPts val="1200"/>
              <a:buFont typeface="Times New Roman"/>
              <a:buChar char="○"/>
              <a:defRPr sz="1200">
                <a:latin typeface="Times New Roman"/>
                <a:ea typeface="Times New Roman"/>
                <a:cs typeface="Times New Roman"/>
                <a:sym typeface="Times New Roman"/>
              </a:defRPr>
            </a:lvl2pPr>
            <a:lvl3pPr marL="1371600" lvl="2" indent="-304800">
              <a:spcBef>
                <a:spcPts val="0"/>
              </a:spcBef>
              <a:spcAft>
                <a:spcPts val="0"/>
              </a:spcAft>
              <a:buSzPts val="1200"/>
              <a:buFont typeface="Times New Roman"/>
              <a:buChar char="■"/>
              <a:defRPr sz="1200">
                <a:latin typeface="Times New Roman"/>
                <a:ea typeface="Times New Roman"/>
                <a:cs typeface="Times New Roman"/>
                <a:sym typeface="Times New Roman"/>
              </a:defRPr>
            </a:lvl3pPr>
            <a:lvl4pPr marL="1828800" lvl="3" indent="-304800">
              <a:spcBef>
                <a:spcPts val="0"/>
              </a:spcBef>
              <a:spcAft>
                <a:spcPts val="0"/>
              </a:spcAft>
              <a:buSzPts val="1200"/>
              <a:buFont typeface="Times New Roman"/>
              <a:buChar char="●"/>
              <a:defRPr sz="1200">
                <a:latin typeface="Times New Roman"/>
                <a:ea typeface="Times New Roman"/>
                <a:cs typeface="Times New Roman"/>
                <a:sym typeface="Times New Roman"/>
              </a:defRPr>
            </a:lvl4pPr>
            <a:lvl5pPr marL="2286000" lvl="4" indent="-304800">
              <a:spcBef>
                <a:spcPts val="0"/>
              </a:spcBef>
              <a:spcAft>
                <a:spcPts val="0"/>
              </a:spcAft>
              <a:buSzPts val="1200"/>
              <a:buFont typeface="Times New Roman"/>
              <a:buChar char="○"/>
              <a:defRPr sz="1200">
                <a:latin typeface="Times New Roman"/>
                <a:ea typeface="Times New Roman"/>
                <a:cs typeface="Times New Roman"/>
                <a:sym typeface="Times New Roman"/>
              </a:defRPr>
            </a:lvl5pPr>
            <a:lvl6pPr marL="2743200" lvl="5" indent="-304800">
              <a:spcBef>
                <a:spcPts val="0"/>
              </a:spcBef>
              <a:spcAft>
                <a:spcPts val="0"/>
              </a:spcAft>
              <a:buSzPts val="1200"/>
              <a:buFont typeface="Times New Roman"/>
              <a:buChar char="■"/>
              <a:defRPr sz="1200">
                <a:latin typeface="Times New Roman"/>
                <a:ea typeface="Times New Roman"/>
                <a:cs typeface="Times New Roman"/>
                <a:sym typeface="Times New Roman"/>
              </a:defRPr>
            </a:lvl6pPr>
            <a:lvl7pPr marL="3200400" lvl="6" indent="-304800">
              <a:spcBef>
                <a:spcPts val="0"/>
              </a:spcBef>
              <a:spcAft>
                <a:spcPts val="0"/>
              </a:spcAft>
              <a:buSzPts val="1200"/>
              <a:buFont typeface="Times New Roman"/>
              <a:buChar char="●"/>
              <a:defRPr sz="1200">
                <a:latin typeface="Times New Roman"/>
                <a:ea typeface="Times New Roman"/>
                <a:cs typeface="Times New Roman"/>
                <a:sym typeface="Times New Roman"/>
              </a:defRPr>
            </a:lvl7pPr>
            <a:lvl8pPr marL="3657600" lvl="7" indent="-304800">
              <a:spcBef>
                <a:spcPts val="0"/>
              </a:spcBef>
              <a:spcAft>
                <a:spcPts val="0"/>
              </a:spcAft>
              <a:buSzPts val="1200"/>
              <a:buFont typeface="Times New Roman"/>
              <a:buChar char="○"/>
              <a:defRPr sz="1200">
                <a:latin typeface="Times New Roman"/>
                <a:ea typeface="Times New Roman"/>
                <a:cs typeface="Times New Roman"/>
                <a:sym typeface="Times New Roman"/>
              </a:defRPr>
            </a:lvl8pPr>
            <a:lvl9pPr marL="4114800" lvl="8" indent="-304800">
              <a:spcBef>
                <a:spcPts val="0"/>
              </a:spcBef>
              <a:spcAft>
                <a:spcPts val="0"/>
              </a:spcAft>
              <a:buSzPts val="1200"/>
              <a:buFont typeface="Times New Roman"/>
              <a:buChar char="■"/>
              <a:defRPr sz="1200">
                <a:latin typeface="Times New Roman"/>
                <a:ea typeface="Times New Roman"/>
                <a:cs typeface="Times New Roman"/>
                <a:sym typeface="Times New Roman"/>
              </a:defRPr>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Font typeface="Times New Roman"/>
              <a:buNone/>
              <a:defRPr>
                <a:latin typeface="Times New Roman"/>
                <a:ea typeface="Times New Roman"/>
                <a:cs typeface="Times New Roman"/>
                <a:sym typeface="Times New Roman"/>
              </a:defRPr>
            </a:lvl1pPr>
            <a:lvl2pPr lvl="1">
              <a:spcBef>
                <a:spcPts val="0"/>
              </a:spcBef>
              <a:spcAft>
                <a:spcPts val="0"/>
              </a:spcAft>
              <a:buSzPts val="2800"/>
              <a:buFont typeface="Times New Roman"/>
              <a:buNone/>
              <a:defRPr>
                <a:latin typeface="Times New Roman"/>
                <a:ea typeface="Times New Roman"/>
                <a:cs typeface="Times New Roman"/>
                <a:sym typeface="Times New Roman"/>
              </a:defRPr>
            </a:lvl2pPr>
            <a:lvl3pPr lvl="2">
              <a:spcBef>
                <a:spcPts val="0"/>
              </a:spcBef>
              <a:spcAft>
                <a:spcPts val="0"/>
              </a:spcAft>
              <a:buSzPts val="2800"/>
              <a:buFont typeface="Times New Roman"/>
              <a:buNone/>
              <a:defRPr>
                <a:latin typeface="Times New Roman"/>
                <a:ea typeface="Times New Roman"/>
                <a:cs typeface="Times New Roman"/>
                <a:sym typeface="Times New Roman"/>
              </a:defRPr>
            </a:lvl3pPr>
            <a:lvl4pPr lvl="3">
              <a:spcBef>
                <a:spcPts val="0"/>
              </a:spcBef>
              <a:spcAft>
                <a:spcPts val="0"/>
              </a:spcAft>
              <a:buSzPts val="2800"/>
              <a:buFont typeface="Times New Roman"/>
              <a:buNone/>
              <a:defRPr>
                <a:latin typeface="Times New Roman"/>
                <a:ea typeface="Times New Roman"/>
                <a:cs typeface="Times New Roman"/>
                <a:sym typeface="Times New Roman"/>
              </a:defRPr>
            </a:lvl4pPr>
            <a:lvl5pPr lvl="4">
              <a:spcBef>
                <a:spcPts val="0"/>
              </a:spcBef>
              <a:spcAft>
                <a:spcPts val="0"/>
              </a:spcAft>
              <a:buSzPts val="2800"/>
              <a:buFont typeface="Times New Roman"/>
              <a:buNone/>
              <a:defRPr>
                <a:latin typeface="Times New Roman"/>
                <a:ea typeface="Times New Roman"/>
                <a:cs typeface="Times New Roman"/>
                <a:sym typeface="Times New Roman"/>
              </a:defRPr>
            </a:lvl5pPr>
            <a:lvl6pPr lvl="5">
              <a:spcBef>
                <a:spcPts val="0"/>
              </a:spcBef>
              <a:spcAft>
                <a:spcPts val="0"/>
              </a:spcAft>
              <a:buSzPts val="2800"/>
              <a:buFont typeface="Times New Roman"/>
              <a:buNone/>
              <a:defRPr>
                <a:latin typeface="Times New Roman"/>
                <a:ea typeface="Times New Roman"/>
                <a:cs typeface="Times New Roman"/>
                <a:sym typeface="Times New Roman"/>
              </a:defRPr>
            </a:lvl6pPr>
            <a:lvl7pPr lvl="6">
              <a:spcBef>
                <a:spcPts val="0"/>
              </a:spcBef>
              <a:spcAft>
                <a:spcPts val="0"/>
              </a:spcAft>
              <a:buSzPts val="2800"/>
              <a:buFont typeface="Times New Roman"/>
              <a:buNone/>
              <a:defRPr>
                <a:latin typeface="Times New Roman"/>
                <a:ea typeface="Times New Roman"/>
                <a:cs typeface="Times New Roman"/>
                <a:sym typeface="Times New Roman"/>
              </a:defRPr>
            </a:lvl7pPr>
            <a:lvl8pPr lvl="7">
              <a:spcBef>
                <a:spcPts val="0"/>
              </a:spcBef>
              <a:spcAft>
                <a:spcPts val="0"/>
              </a:spcAft>
              <a:buSzPts val="2800"/>
              <a:buFont typeface="Times New Roman"/>
              <a:buNone/>
              <a:defRPr>
                <a:latin typeface="Times New Roman"/>
                <a:ea typeface="Times New Roman"/>
                <a:cs typeface="Times New Roman"/>
                <a:sym typeface="Times New Roman"/>
              </a:defRPr>
            </a:lvl8pPr>
            <a:lvl9pPr lvl="8">
              <a:spcBef>
                <a:spcPts val="0"/>
              </a:spcBef>
              <a:spcAft>
                <a:spcPts val="0"/>
              </a:spcAft>
              <a:buSzPts val="2800"/>
              <a:buFont typeface="Times New Roman"/>
              <a:buNone/>
              <a:defRPr>
                <a:latin typeface="Times New Roman"/>
                <a:ea typeface="Times New Roman"/>
                <a:cs typeface="Times New Roman"/>
                <a:sym typeface="Times New Roman"/>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Font typeface="Times New Roman"/>
              <a:buNone/>
              <a:defRPr sz="2400">
                <a:latin typeface="Times New Roman"/>
                <a:ea typeface="Times New Roman"/>
                <a:cs typeface="Times New Roman"/>
                <a:sym typeface="Times New Roman"/>
              </a:defRPr>
            </a:lvl1pPr>
            <a:lvl2pPr lvl="1">
              <a:spcBef>
                <a:spcPts val="0"/>
              </a:spcBef>
              <a:spcAft>
                <a:spcPts val="0"/>
              </a:spcAft>
              <a:buSzPts val="2400"/>
              <a:buFont typeface="Times New Roman"/>
              <a:buNone/>
              <a:defRPr sz="2400">
                <a:latin typeface="Times New Roman"/>
                <a:ea typeface="Times New Roman"/>
                <a:cs typeface="Times New Roman"/>
                <a:sym typeface="Times New Roman"/>
              </a:defRPr>
            </a:lvl2pPr>
            <a:lvl3pPr lvl="2">
              <a:spcBef>
                <a:spcPts val="0"/>
              </a:spcBef>
              <a:spcAft>
                <a:spcPts val="0"/>
              </a:spcAft>
              <a:buSzPts val="2400"/>
              <a:buFont typeface="Times New Roman"/>
              <a:buNone/>
              <a:defRPr sz="2400">
                <a:latin typeface="Times New Roman"/>
                <a:ea typeface="Times New Roman"/>
                <a:cs typeface="Times New Roman"/>
                <a:sym typeface="Times New Roman"/>
              </a:defRPr>
            </a:lvl3pPr>
            <a:lvl4pPr lvl="3">
              <a:spcBef>
                <a:spcPts val="0"/>
              </a:spcBef>
              <a:spcAft>
                <a:spcPts val="0"/>
              </a:spcAft>
              <a:buSzPts val="2400"/>
              <a:buFont typeface="Times New Roman"/>
              <a:buNone/>
              <a:defRPr sz="2400">
                <a:latin typeface="Times New Roman"/>
                <a:ea typeface="Times New Roman"/>
                <a:cs typeface="Times New Roman"/>
                <a:sym typeface="Times New Roman"/>
              </a:defRPr>
            </a:lvl4pPr>
            <a:lvl5pPr lvl="4">
              <a:spcBef>
                <a:spcPts val="0"/>
              </a:spcBef>
              <a:spcAft>
                <a:spcPts val="0"/>
              </a:spcAft>
              <a:buSzPts val="2400"/>
              <a:buFont typeface="Times New Roman"/>
              <a:buNone/>
              <a:defRPr sz="2400">
                <a:latin typeface="Times New Roman"/>
                <a:ea typeface="Times New Roman"/>
                <a:cs typeface="Times New Roman"/>
                <a:sym typeface="Times New Roman"/>
              </a:defRPr>
            </a:lvl5pPr>
            <a:lvl6pPr lvl="5">
              <a:spcBef>
                <a:spcPts val="0"/>
              </a:spcBef>
              <a:spcAft>
                <a:spcPts val="0"/>
              </a:spcAft>
              <a:buSzPts val="2400"/>
              <a:buFont typeface="Times New Roman"/>
              <a:buNone/>
              <a:defRPr sz="2400">
                <a:latin typeface="Times New Roman"/>
                <a:ea typeface="Times New Roman"/>
                <a:cs typeface="Times New Roman"/>
                <a:sym typeface="Times New Roman"/>
              </a:defRPr>
            </a:lvl6pPr>
            <a:lvl7pPr lvl="6">
              <a:spcBef>
                <a:spcPts val="0"/>
              </a:spcBef>
              <a:spcAft>
                <a:spcPts val="0"/>
              </a:spcAft>
              <a:buSzPts val="2400"/>
              <a:buFont typeface="Times New Roman"/>
              <a:buNone/>
              <a:defRPr sz="2400">
                <a:latin typeface="Times New Roman"/>
                <a:ea typeface="Times New Roman"/>
                <a:cs typeface="Times New Roman"/>
                <a:sym typeface="Times New Roman"/>
              </a:defRPr>
            </a:lvl7pPr>
            <a:lvl8pPr lvl="7">
              <a:spcBef>
                <a:spcPts val="0"/>
              </a:spcBef>
              <a:spcAft>
                <a:spcPts val="0"/>
              </a:spcAft>
              <a:buSzPts val="2400"/>
              <a:buFont typeface="Times New Roman"/>
              <a:buNone/>
              <a:defRPr sz="2400">
                <a:latin typeface="Times New Roman"/>
                <a:ea typeface="Times New Roman"/>
                <a:cs typeface="Times New Roman"/>
                <a:sym typeface="Times New Roman"/>
              </a:defRPr>
            </a:lvl8pPr>
            <a:lvl9pPr lvl="8">
              <a:spcBef>
                <a:spcPts val="0"/>
              </a:spcBef>
              <a:spcAft>
                <a:spcPts val="0"/>
              </a:spcAft>
              <a:buSzPts val="2400"/>
              <a:buFont typeface="Times New Roman"/>
              <a:buNone/>
              <a:defRPr sz="2400">
                <a:latin typeface="Times New Roman"/>
                <a:ea typeface="Times New Roman"/>
                <a:cs typeface="Times New Roman"/>
                <a:sym typeface="Times New Roman"/>
              </a:defRPr>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Font typeface="Times New Roman"/>
              <a:buChar char="●"/>
              <a:defRPr sz="1200">
                <a:latin typeface="Times New Roman"/>
                <a:ea typeface="Times New Roman"/>
                <a:cs typeface="Times New Roman"/>
                <a:sym typeface="Times New Roman"/>
              </a:defRPr>
            </a:lvl1pPr>
            <a:lvl2pPr marL="914400" lvl="1" indent="-304800">
              <a:spcBef>
                <a:spcPts val="0"/>
              </a:spcBef>
              <a:spcAft>
                <a:spcPts val="0"/>
              </a:spcAft>
              <a:buSzPts val="1200"/>
              <a:buFont typeface="Times New Roman"/>
              <a:buChar char="○"/>
              <a:defRPr sz="1200">
                <a:latin typeface="Times New Roman"/>
                <a:ea typeface="Times New Roman"/>
                <a:cs typeface="Times New Roman"/>
                <a:sym typeface="Times New Roman"/>
              </a:defRPr>
            </a:lvl2pPr>
            <a:lvl3pPr marL="1371600" lvl="2" indent="-304800">
              <a:spcBef>
                <a:spcPts val="0"/>
              </a:spcBef>
              <a:spcAft>
                <a:spcPts val="0"/>
              </a:spcAft>
              <a:buSzPts val="1200"/>
              <a:buFont typeface="Times New Roman"/>
              <a:buChar char="■"/>
              <a:defRPr sz="1200">
                <a:latin typeface="Times New Roman"/>
                <a:ea typeface="Times New Roman"/>
                <a:cs typeface="Times New Roman"/>
                <a:sym typeface="Times New Roman"/>
              </a:defRPr>
            </a:lvl3pPr>
            <a:lvl4pPr marL="1828800" lvl="3" indent="-304800">
              <a:spcBef>
                <a:spcPts val="0"/>
              </a:spcBef>
              <a:spcAft>
                <a:spcPts val="0"/>
              </a:spcAft>
              <a:buSzPts val="1200"/>
              <a:buFont typeface="Times New Roman"/>
              <a:buChar char="●"/>
              <a:defRPr sz="1200">
                <a:latin typeface="Times New Roman"/>
                <a:ea typeface="Times New Roman"/>
                <a:cs typeface="Times New Roman"/>
                <a:sym typeface="Times New Roman"/>
              </a:defRPr>
            </a:lvl4pPr>
            <a:lvl5pPr marL="2286000" lvl="4" indent="-304800">
              <a:spcBef>
                <a:spcPts val="0"/>
              </a:spcBef>
              <a:spcAft>
                <a:spcPts val="0"/>
              </a:spcAft>
              <a:buSzPts val="1200"/>
              <a:buFont typeface="Times New Roman"/>
              <a:buChar char="○"/>
              <a:defRPr sz="1200">
                <a:latin typeface="Times New Roman"/>
                <a:ea typeface="Times New Roman"/>
                <a:cs typeface="Times New Roman"/>
                <a:sym typeface="Times New Roman"/>
              </a:defRPr>
            </a:lvl5pPr>
            <a:lvl6pPr marL="2743200" lvl="5" indent="-304800">
              <a:spcBef>
                <a:spcPts val="0"/>
              </a:spcBef>
              <a:spcAft>
                <a:spcPts val="0"/>
              </a:spcAft>
              <a:buSzPts val="1200"/>
              <a:buFont typeface="Times New Roman"/>
              <a:buChar char="■"/>
              <a:defRPr sz="1200">
                <a:latin typeface="Times New Roman"/>
                <a:ea typeface="Times New Roman"/>
                <a:cs typeface="Times New Roman"/>
                <a:sym typeface="Times New Roman"/>
              </a:defRPr>
            </a:lvl6pPr>
            <a:lvl7pPr marL="3200400" lvl="6" indent="-304800">
              <a:spcBef>
                <a:spcPts val="0"/>
              </a:spcBef>
              <a:spcAft>
                <a:spcPts val="0"/>
              </a:spcAft>
              <a:buSzPts val="1200"/>
              <a:buFont typeface="Times New Roman"/>
              <a:buChar char="●"/>
              <a:defRPr sz="1200">
                <a:latin typeface="Times New Roman"/>
                <a:ea typeface="Times New Roman"/>
                <a:cs typeface="Times New Roman"/>
                <a:sym typeface="Times New Roman"/>
              </a:defRPr>
            </a:lvl7pPr>
            <a:lvl8pPr marL="3657600" lvl="7" indent="-304800">
              <a:spcBef>
                <a:spcPts val="0"/>
              </a:spcBef>
              <a:spcAft>
                <a:spcPts val="0"/>
              </a:spcAft>
              <a:buSzPts val="1200"/>
              <a:buFont typeface="Times New Roman"/>
              <a:buChar char="○"/>
              <a:defRPr sz="1200">
                <a:latin typeface="Times New Roman"/>
                <a:ea typeface="Times New Roman"/>
                <a:cs typeface="Times New Roman"/>
                <a:sym typeface="Times New Roman"/>
              </a:defRPr>
            </a:lvl8pPr>
            <a:lvl9pPr marL="4114800" lvl="8" indent="-304800">
              <a:spcBef>
                <a:spcPts val="0"/>
              </a:spcBef>
              <a:spcAft>
                <a:spcPts val="0"/>
              </a:spcAft>
              <a:buSzPts val="1200"/>
              <a:buFont typeface="Times New Roman"/>
              <a:buChar char="■"/>
              <a:defRPr sz="1200">
                <a:latin typeface="Times New Roman"/>
                <a:ea typeface="Times New Roman"/>
                <a:cs typeface="Times New Roman"/>
                <a:sym typeface="Times New Roman"/>
              </a:defRPr>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Font typeface="Times New Roman"/>
              <a:buNone/>
              <a:defRPr sz="4800">
                <a:latin typeface="Times New Roman"/>
                <a:ea typeface="Times New Roman"/>
                <a:cs typeface="Times New Roman"/>
                <a:sym typeface="Times New Roman"/>
              </a:defRPr>
            </a:lvl1pPr>
            <a:lvl2pPr lvl="1">
              <a:spcBef>
                <a:spcPts val="0"/>
              </a:spcBef>
              <a:spcAft>
                <a:spcPts val="0"/>
              </a:spcAft>
              <a:buSzPts val="4800"/>
              <a:buFont typeface="Times New Roman"/>
              <a:buNone/>
              <a:defRPr sz="4800">
                <a:latin typeface="Times New Roman"/>
                <a:ea typeface="Times New Roman"/>
                <a:cs typeface="Times New Roman"/>
                <a:sym typeface="Times New Roman"/>
              </a:defRPr>
            </a:lvl2pPr>
            <a:lvl3pPr lvl="2">
              <a:spcBef>
                <a:spcPts val="0"/>
              </a:spcBef>
              <a:spcAft>
                <a:spcPts val="0"/>
              </a:spcAft>
              <a:buSzPts val="4800"/>
              <a:buFont typeface="Times New Roman"/>
              <a:buNone/>
              <a:defRPr sz="4800">
                <a:latin typeface="Times New Roman"/>
                <a:ea typeface="Times New Roman"/>
                <a:cs typeface="Times New Roman"/>
                <a:sym typeface="Times New Roman"/>
              </a:defRPr>
            </a:lvl3pPr>
            <a:lvl4pPr lvl="3">
              <a:spcBef>
                <a:spcPts val="0"/>
              </a:spcBef>
              <a:spcAft>
                <a:spcPts val="0"/>
              </a:spcAft>
              <a:buSzPts val="4800"/>
              <a:buFont typeface="Times New Roman"/>
              <a:buNone/>
              <a:defRPr sz="4800">
                <a:latin typeface="Times New Roman"/>
                <a:ea typeface="Times New Roman"/>
                <a:cs typeface="Times New Roman"/>
                <a:sym typeface="Times New Roman"/>
              </a:defRPr>
            </a:lvl4pPr>
            <a:lvl5pPr lvl="4">
              <a:spcBef>
                <a:spcPts val="0"/>
              </a:spcBef>
              <a:spcAft>
                <a:spcPts val="0"/>
              </a:spcAft>
              <a:buSzPts val="4800"/>
              <a:buFont typeface="Times New Roman"/>
              <a:buNone/>
              <a:defRPr sz="4800">
                <a:latin typeface="Times New Roman"/>
                <a:ea typeface="Times New Roman"/>
                <a:cs typeface="Times New Roman"/>
                <a:sym typeface="Times New Roman"/>
              </a:defRPr>
            </a:lvl5pPr>
            <a:lvl6pPr lvl="5">
              <a:spcBef>
                <a:spcPts val="0"/>
              </a:spcBef>
              <a:spcAft>
                <a:spcPts val="0"/>
              </a:spcAft>
              <a:buSzPts val="4800"/>
              <a:buFont typeface="Times New Roman"/>
              <a:buNone/>
              <a:defRPr sz="4800">
                <a:latin typeface="Times New Roman"/>
                <a:ea typeface="Times New Roman"/>
                <a:cs typeface="Times New Roman"/>
                <a:sym typeface="Times New Roman"/>
              </a:defRPr>
            </a:lvl6pPr>
            <a:lvl7pPr lvl="6">
              <a:spcBef>
                <a:spcPts val="0"/>
              </a:spcBef>
              <a:spcAft>
                <a:spcPts val="0"/>
              </a:spcAft>
              <a:buSzPts val="4800"/>
              <a:buFont typeface="Times New Roman"/>
              <a:buNone/>
              <a:defRPr sz="4800">
                <a:latin typeface="Times New Roman"/>
                <a:ea typeface="Times New Roman"/>
                <a:cs typeface="Times New Roman"/>
                <a:sym typeface="Times New Roman"/>
              </a:defRPr>
            </a:lvl7pPr>
            <a:lvl8pPr lvl="7">
              <a:spcBef>
                <a:spcPts val="0"/>
              </a:spcBef>
              <a:spcAft>
                <a:spcPts val="0"/>
              </a:spcAft>
              <a:buSzPts val="4800"/>
              <a:buFont typeface="Times New Roman"/>
              <a:buNone/>
              <a:defRPr sz="4800">
                <a:latin typeface="Times New Roman"/>
                <a:ea typeface="Times New Roman"/>
                <a:cs typeface="Times New Roman"/>
                <a:sym typeface="Times New Roman"/>
              </a:defRPr>
            </a:lvl8pPr>
            <a:lvl9pPr lvl="8">
              <a:spcBef>
                <a:spcPts val="0"/>
              </a:spcBef>
              <a:spcAft>
                <a:spcPts val="0"/>
              </a:spcAft>
              <a:buSzPts val="4800"/>
              <a:buFont typeface="Times New Roman"/>
              <a:buNone/>
              <a:defRPr sz="4800">
                <a:latin typeface="Times New Roman"/>
                <a:ea typeface="Times New Roman"/>
                <a:cs typeface="Times New Roman"/>
                <a:sym typeface="Times New Roman"/>
              </a:defRPr>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Font typeface="Times New Roman"/>
              <a:buNone/>
              <a:defRPr sz="4200">
                <a:latin typeface="Times New Roman"/>
                <a:ea typeface="Times New Roman"/>
                <a:cs typeface="Times New Roman"/>
                <a:sym typeface="Times New Roman"/>
              </a:defRPr>
            </a:lvl1pPr>
            <a:lvl2pPr lvl="1" algn="ctr">
              <a:spcBef>
                <a:spcPts val="0"/>
              </a:spcBef>
              <a:spcAft>
                <a:spcPts val="0"/>
              </a:spcAft>
              <a:buSzPts val="4200"/>
              <a:buFont typeface="Times New Roman"/>
              <a:buNone/>
              <a:defRPr sz="4200">
                <a:latin typeface="Times New Roman"/>
                <a:ea typeface="Times New Roman"/>
                <a:cs typeface="Times New Roman"/>
                <a:sym typeface="Times New Roman"/>
              </a:defRPr>
            </a:lvl2pPr>
            <a:lvl3pPr lvl="2" algn="ctr">
              <a:spcBef>
                <a:spcPts val="0"/>
              </a:spcBef>
              <a:spcAft>
                <a:spcPts val="0"/>
              </a:spcAft>
              <a:buSzPts val="4200"/>
              <a:buFont typeface="Times New Roman"/>
              <a:buNone/>
              <a:defRPr sz="4200">
                <a:latin typeface="Times New Roman"/>
                <a:ea typeface="Times New Roman"/>
                <a:cs typeface="Times New Roman"/>
                <a:sym typeface="Times New Roman"/>
              </a:defRPr>
            </a:lvl3pPr>
            <a:lvl4pPr lvl="3" algn="ctr">
              <a:spcBef>
                <a:spcPts val="0"/>
              </a:spcBef>
              <a:spcAft>
                <a:spcPts val="0"/>
              </a:spcAft>
              <a:buSzPts val="4200"/>
              <a:buFont typeface="Times New Roman"/>
              <a:buNone/>
              <a:defRPr sz="4200">
                <a:latin typeface="Times New Roman"/>
                <a:ea typeface="Times New Roman"/>
                <a:cs typeface="Times New Roman"/>
                <a:sym typeface="Times New Roman"/>
              </a:defRPr>
            </a:lvl4pPr>
            <a:lvl5pPr lvl="4" algn="ctr">
              <a:spcBef>
                <a:spcPts val="0"/>
              </a:spcBef>
              <a:spcAft>
                <a:spcPts val="0"/>
              </a:spcAft>
              <a:buSzPts val="4200"/>
              <a:buFont typeface="Times New Roman"/>
              <a:buNone/>
              <a:defRPr sz="4200">
                <a:latin typeface="Times New Roman"/>
                <a:ea typeface="Times New Roman"/>
                <a:cs typeface="Times New Roman"/>
                <a:sym typeface="Times New Roman"/>
              </a:defRPr>
            </a:lvl5pPr>
            <a:lvl6pPr lvl="5" algn="ctr">
              <a:spcBef>
                <a:spcPts val="0"/>
              </a:spcBef>
              <a:spcAft>
                <a:spcPts val="0"/>
              </a:spcAft>
              <a:buSzPts val="4200"/>
              <a:buFont typeface="Times New Roman"/>
              <a:buNone/>
              <a:defRPr sz="4200">
                <a:latin typeface="Times New Roman"/>
                <a:ea typeface="Times New Roman"/>
                <a:cs typeface="Times New Roman"/>
                <a:sym typeface="Times New Roman"/>
              </a:defRPr>
            </a:lvl6pPr>
            <a:lvl7pPr lvl="6" algn="ctr">
              <a:spcBef>
                <a:spcPts val="0"/>
              </a:spcBef>
              <a:spcAft>
                <a:spcPts val="0"/>
              </a:spcAft>
              <a:buSzPts val="4200"/>
              <a:buFont typeface="Times New Roman"/>
              <a:buNone/>
              <a:defRPr sz="4200">
                <a:latin typeface="Times New Roman"/>
                <a:ea typeface="Times New Roman"/>
                <a:cs typeface="Times New Roman"/>
                <a:sym typeface="Times New Roman"/>
              </a:defRPr>
            </a:lvl7pPr>
            <a:lvl8pPr lvl="7" algn="ctr">
              <a:spcBef>
                <a:spcPts val="0"/>
              </a:spcBef>
              <a:spcAft>
                <a:spcPts val="0"/>
              </a:spcAft>
              <a:buSzPts val="4200"/>
              <a:buFont typeface="Times New Roman"/>
              <a:buNone/>
              <a:defRPr sz="4200">
                <a:latin typeface="Times New Roman"/>
                <a:ea typeface="Times New Roman"/>
                <a:cs typeface="Times New Roman"/>
                <a:sym typeface="Times New Roman"/>
              </a:defRPr>
            </a:lvl8pPr>
            <a:lvl9pPr lvl="8" algn="ctr">
              <a:spcBef>
                <a:spcPts val="0"/>
              </a:spcBef>
              <a:spcAft>
                <a:spcPts val="0"/>
              </a:spcAft>
              <a:buSzPts val="4200"/>
              <a:buFont typeface="Times New Roman"/>
              <a:buNone/>
              <a:defRPr sz="4200">
                <a:latin typeface="Times New Roman"/>
                <a:ea typeface="Times New Roman"/>
                <a:cs typeface="Times New Roman"/>
                <a:sym typeface="Times New Roman"/>
              </a:defRPr>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Times New Roman"/>
              <a:buNone/>
              <a:defRPr sz="2100">
                <a:latin typeface="Times New Roman"/>
                <a:ea typeface="Times New Roman"/>
                <a:cs typeface="Times New Roman"/>
                <a:sym typeface="Times New Roman"/>
              </a:defRPr>
            </a:lvl1pPr>
            <a:lvl2pPr lvl="1" algn="ctr">
              <a:lnSpc>
                <a:spcPct val="100000"/>
              </a:lnSpc>
              <a:spcBef>
                <a:spcPts val="0"/>
              </a:spcBef>
              <a:spcAft>
                <a:spcPts val="0"/>
              </a:spcAft>
              <a:buSzPts val="2100"/>
              <a:buFont typeface="Times New Roman"/>
              <a:buNone/>
              <a:defRPr sz="2100">
                <a:latin typeface="Times New Roman"/>
                <a:ea typeface="Times New Roman"/>
                <a:cs typeface="Times New Roman"/>
                <a:sym typeface="Times New Roman"/>
              </a:defRPr>
            </a:lvl2pPr>
            <a:lvl3pPr lvl="2" algn="ctr">
              <a:lnSpc>
                <a:spcPct val="100000"/>
              </a:lnSpc>
              <a:spcBef>
                <a:spcPts val="0"/>
              </a:spcBef>
              <a:spcAft>
                <a:spcPts val="0"/>
              </a:spcAft>
              <a:buSzPts val="2100"/>
              <a:buFont typeface="Times New Roman"/>
              <a:buNone/>
              <a:defRPr sz="2100">
                <a:latin typeface="Times New Roman"/>
                <a:ea typeface="Times New Roman"/>
                <a:cs typeface="Times New Roman"/>
                <a:sym typeface="Times New Roman"/>
              </a:defRPr>
            </a:lvl3pPr>
            <a:lvl4pPr lvl="3" algn="ctr">
              <a:lnSpc>
                <a:spcPct val="100000"/>
              </a:lnSpc>
              <a:spcBef>
                <a:spcPts val="0"/>
              </a:spcBef>
              <a:spcAft>
                <a:spcPts val="0"/>
              </a:spcAft>
              <a:buSzPts val="2100"/>
              <a:buFont typeface="Times New Roman"/>
              <a:buNone/>
              <a:defRPr sz="2100">
                <a:latin typeface="Times New Roman"/>
                <a:ea typeface="Times New Roman"/>
                <a:cs typeface="Times New Roman"/>
                <a:sym typeface="Times New Roman"/>
              </a:defRPr>
            </a:lvl4pPr>
            <a:lvl5pPr lvl="4" algn="ctr">
              <a:lnSpc>
                <a:spcPct val="100000"/>
              </a:lnSpc>
              <a:spcBef>
                <a:spcPts val="0"/>
              </a:spcBef>
              <a:spcAft>
                <a:spcPts val="0"/>
              </a:spcAft>
              <a:buSzPts val="2100"/>
              <a:buFont typeface="Times New Roman"/>
              <a:buNone/>
              <a:defRPr sz="2100">
                <a:latin typeface="Times New Roman"/>
                <a:ea typeface="Times New Roman"/>
                <a:cs typeface="Times New Roman"/>
                <a:sym typeface="Times New Roman"/>
              </a:defRPr>
            </a:lvl5pPr>
            <a:lvl6pPr lvl="5" algn="ctr">
              <a:lnSpc>
                <a:spcPct val="100000"/>
              </a:lnSpc>
              <a:spcBef>
                <a:spcPts val="0"/>
              </a:spcBef>
              <a:spcAft>
                <a:spcPts val="0"/>
              </a:spcAft>
              <a:buSzPts val="2100"/>
              <a:buFont typeface="Times New Roman"/>
              <a:buNone/>
              <a:defRPr sz="2100">
                <a:latin typeface="Times New Roman"/>
                <a:ea typeface="Times New Roman"/>
                <a:cs typeface="Times New Roman"/>
                <a:sym typeface="Times New Roman"/>
              </a:defRPr>
            </a:lvl6pPr>
            <a:lvl7pPr lvl="6" algn="ctr">
              <a:lnSpc>
                <a:spcPct val="100000"/>
              </a:lnSpc>
              <a:spcBef>
                <a:spcPts val="0"/>
              </a:spcBef>
              <a:spcAft>
                <a:spcPts val="0"/>
              </a:spcAft>
              <a:buSzPts val="2100"/>
              <a:buFont typeface="Times New Roman"/>
              <a:buNone/>
              <a:defRPr sz="2100">
                <a:latin typeface="Times New Roman"/>
                <a:ea typeface="Times New Roman"/>
                <a:cs typeface="Times New Roman"/>
                <a:sym typeface="Times New Roman"/>
              </a:defRPr>
            </a:lvl7pPr>
            <a:lvl8pPr lvl="7" algn="ctr">
              <a:lnSpc>
                <a:spcPct val="100000"/>
              </a:lnSpc>
              <a:spcBef>
                <a:spcPts val="0"/>
              </a:spcBef>
              <a:spcAft>
                <a:spcPts val="0"/>
              </a:spcAft>
              <a:buSzPts val="2100"/>
              <a:buFont typeface="Times New Roman"/>
              <a:buNone/>
              <a:defRPr sz="2100">
                <a:latin typeface="Times New Roman"/>
                <a:ea typeface="Times New Roman"/>
                <a:cs typeface="Times New Roman"/>
                <a:sym typeface="Times New Roman"/>
              </a:defRPr>
            </a:lvl8pPr>
            <a:lvl9pPr lvl="8" algn="ctr">
              <a:lnSpc>
                <a:spcPct val="100000"/>
              </a:lnSpc>
              <a:spcBef>
                <a:spcPts val="0"/>
              </a:spcBef>
              <a:spcAft>
                <a:spcPts val="0"/>
              </a:spcAft>
              <a:buSzPts val="2100"/>
              <a:buFont typeface="Times New Roman"/>
              <a:buNone/>
              <a:defRPr sz="2100">
                <a:latin typeface="Times New Roman"/>
                <a:ea typeface="Times New Roman"/>
                <a:cs typeface="Times New Roman"/>
                <a:sym typeface="Times New Roman"/>
              </a:defRPr>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Font typeface="Times New Roman"/>
              <a:buChar char="●"/>
              <a:defRPr>
                <a:latin typeface="Times New Roman"/>
                <a:ea typeface="Times New Roman"/>
                <a:cs typeface="Times New Roman"/>
                <a:sym typeface="Times New Roman"/>
              </a:defRPr>
            </a:lvl1pPr>
            <a:lvl2pPr marL="914400" lvl="1" indent="-317500">
              <a:spcBef>
                <a:spcPts val="0"/>
              </a:spcBef>
              <a:spcAft>
                <a:spcPts val="0"/>
              </a:spcAft>
              <a:buSzPts val="1400"/>
              <a:buFont typeface="Times New Roman"/>
              <a:buChar char="○"/>
              <a:defRPr>
                <a:latin typeface="Times New Roman"/>
                <a:ea typeface="Times New Roman"/>
                <a:cs typeface="Times New Roman"/>
                <a:sym typeface="Times New Roman"/>
              </a:defRPr>
            </a:lvl2pPr>
            <a:lvl3pPr marL="1371600" lvl="2" indent="-317500">
              <a:spcBef>
                <a:spcPts val="0"/>
              </a:spcBef>
              <a:spcAft>
                <a:spcPts val="0"/>
              </a:spcAft>
              <a:buSzPts val="1400"/>
              <a:buFont typeface="Times New Roman"/>
              <a:buChar char="■"/>
              <a:defRPr>
                <a:latin typeface="Times New Roman"/>
                <a:ea typeface="Times New Roman"/>
                <a:cs typeface="Times New Roman"/>
                <a:sym typeface="Times New Roman"/>
              </a:defRPr>
            </a:lvl3pPr>
            <a:lvl4pPr marL="1828800" lvl="3" indent="-317500">
              <a:spcBef>
                <a:spcPts val="0"/>
              </a:spcBef>
              <a:spcAft>
                <a:spcPts val="0"/>
              </a:spcAft>
              <a:buSzPts val="1400"/>
              <a:buFont typeface="Times New Roman"/>
              <a:buChar char="●"/>
              <a:defRPr>
                <a:latin typeface="Times New Roman"/>
                <a:ea typeface="Times New Roman"/>
                <a:cs typeface="Times New Roman"/>
                <a:sym typeface="Times New Roman"/>
              </a:defRPr>
            </a:lvl4pPr>
            <a:lvl5pPr marL="2286000" lvl="4" indent="-317500">
              <a:spcBef>
                <a:spcPts val="0"/>
              </a:spcBef>
              <a:spcAft>
                <a:spcPts val="0"/>
              </a:spcAft>
              <a:buSzPts val="1400"/>
              <a:buFont typeface="Times New Roman"/>
              <a:buChar char="○"/>
              <a:defRPr>
                <a:latin typeface="Times New Roman"/>
                <a:ea typeface="Times New Roman"/>
                <a:cs typeface="Times New Roman"/>
                <a:sym typeface="Times New Roman"/>
              </a:defRPr>
            </a:lvl5pPr>
            <a:lvl6pPr marL="2743200" lvl="5" indent="-317500">
              <a:spcBef>
                <a:spcPts val="0"/>
              </a:spcBef>
              <a:spcAft>
                <a:spcPts val="0"/>
              </a:spcAft>
              <a:buSzPts val="1400"/>
              <a:buFont typeface="Times New Roman"/>
              <a:buChar char="■"/>
              <a:defRPr>
                <a:latin typeface="Times New Roman"/>
                <a:ea typeface="Times New Roman"/>
                <a:cs typeface="Times New Roman"/>
                <a:sym typeface="Times New Roman"/>
              </a:defRPr>
            </a:lvl6pPr>
            <a:lvl7pPr marL="3200400" lvl="6" indent="-317500">
              <a:spcBef>
                <a:spcPts val="0"/>
              </a:spcBef>
              <a:spcAft>
                <a:spcPts val="0"/>
              </a:spcAft>
              <a:buSzPts val="1400"/>
              <a:buFont typeface="Times New Roman"/>
              <a:buChar char="●"/>
              <a:defRPr>
                <a:latin typeface="Times New Roman"/>
                <a:ea typeface="Times New Roman"/>
                <a:cs typeface="Times New Roman"/>
                <a:sym typeface="Times New Roman"/>
              </a:defRPr>
            </a:lvl7pPr>
            <a:lvl8pPr marL="3657600" lvl="7" indent="-317500">
              <a:spcBef>
                <a:spcPts val="0"/>
              </a:spcBef>
              <a:spcAft>
                <a:spcPts val="0"/>
              </a:spcAft>
              <a:buSzPts val="1400"/>
              <a:buFont typeface="Times New Roman"/>
              <a:buChar char="○"/>
              <a:defRPr>
                <a:latin typeface="Times New Roman"/>
                <a:ea typeface="Times New Roman"/>
                <a:cs typeface="Times New Roman"/>
                <a:sym typeface="Times New Roman"/>
              </a:defRPr>
            </a:lvl8pPr>
            <a:lvl9pPr marL="4114800" lvl="8" indent="-317500">
              <a:spcBef>
                <a:spcPts val="0"/>
              </a:spcBef>
              <a:spcAft>
                <a:spcPts val="0"/>
              </a:spcAft>
              <a:buSzPts val="1400"/>
              <a:buFont typeface="Times New Roman"/>
              <a:buChar char="■"/>
              <a:defRPr>
                <a:latin typeface="Times New Roman"/>
                <a:ea typeface="Times New Roman"/>
                <a:cs typeface="Times New Roman"/>
                <a:sym typeface="Times New Roman"/>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Font typeface="Times New Roman"/>
              <a:buNone/>
              <a:defRPr>
                <a:latin typeface="Times New Roman"/>
                <a:ea typeface="Times New Roman"/>
                <a:cs typeface="Times New Roman"/>
                <a:sym typeface="Times New Roman"/>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Font typeface="Times New Roman"/>
              <a:buNone/>
              <a:defRPr sz="12000">
                <a:latin typeface="Times New Roman"/>
                <a:ea typeface="Times New Roman"/>
                <a:cs typeface="Times New Roman"/>
                <a:sym typeface="Times New Roman"/>
              </a:defRPr>
            </a:lvl1pPr>
            <a:lvl2pPr lvl="1" algn="ctr">
              <a:spcBef>
                <a:spcPts val="0"/>
              </a:spcBef>
              <a:spcAft>
                <a:spcPts val="0"/>
              </a:spcAft>
              <a:buSzPts val="12000"/>
              <a:buFont typeface="Times New Roman"/>
              <a:buNone/>
              <a:defRPr sz="12000">
                <a:latin typeface="Times New Roman"/>
                <a:ea typeface="Times New Roman"/>
                <a:cs typeface="Times New Roman"/>
                <a:sym typeface="Times New Roman"/>
              </a:defRPr>
            </a:lvl2pPr>
            <a:lvl3pPr lvl="2" algn="ctr">
              <a:spcBef>
                <a:spcPts val="0"/>
              </a:spcBef>
              <a:spcAft>
                <a:spcPts val="0"/>
              </a:spcAft>
              <a:buSzPts val="12000"/>
              <a:buFont typeface="Times New Roman"/>
              <a:buNone/>
              <a:defRPr sz="12000">
                <a:latin typeface="Times New Roman"/>
                <a:ea typeface="Times New Roman"/>
                <a:cs typeface="Times New Roman"/>
                <a:sym typeface="Times New Roman"/>
              </a:defRPr>
            </a:lvl3pPr>
            <a:lvl4pPr lvl="3" algn="ctr">
              <a:spcBef>
                <a:spcPts val="0"/>
              </a:spcBef>
              <a:spcAft>
                <a:spcPts val="0"/>
              </a:spcAft>
              <a:buSzPts val="12000"/>
              <a:buFont typeface="Times New Roman"/>
              <a:buNone/>
              <a:defRPr sz="12000">
                <a:latin typeface="Times New Roman"/>
                <a:ea typeface="Times New Roman"/>
                <a:cs typeface="Times New Roman"/>
                <a:sym typeface="Times New Roman"/>
              </a:defRPr>
            </a:lvl4pPr>
            <a:lvl5pPr lvl="4" algn="ctr">
              <a:spcBef>
                <a:spcPts val="0"/>
              </a:spcBef>
              <a:spcAft>
                <a:spcPts val="0"/>
              </a:spcAft>
              <a:buSzPts val="12000"/>
              <a:buFont typeface="Times New Roman"/>
              <a:buNone/>
              <a:defRPr sz="12000">
                <a:latin typeface="Times New Roman"/>
                <a:ea typeface="Times New Roman"/>
                <a:cs typeface="Times New Roman"/>
                <a:sym typeface="Times New Roman"/>
              </a:defRPr>
            </a:lvl5pPr>
            <a:lvl6pPr lvl="5" algn="ctr">
              <a:spcBef>
                <a:spcPts val="0"/>
              </a:spcBef>
              <a:spcAft>
                <a:spcPts val="0"/>
              </a:spcAft>
              <a:buSzPts val="12000"/>
              <a:buFont typeface="Times New Roman"/>
              <a:buNone/>
              <a:defRPr sz="12000">
                <a:latin typeface="Times New Roman"/>
                <a:ea typeface="Times New Roman"/>
                <a:cs typeface="Times New Roman"/>
                <a:sym typeface="Times New Roman"/>
              </a:defRPr>
            </a:lvl6pPr>
            <a:lvl7pPr lvl="6" algn="ctr">
              <a:spcBef>
                <a:spcPts val="0"/>
              </a:spcBef>
              <a:spcAft>
                <a:spcPts val="0"/>
              </a:spcAft>
              <a:buSzPts val="12000"/>
              <a:buFont typeface="Times New Roman"/>
              <a:buNone/>
              <a:defRPr sz="12000">
                <a:latin typeface="Times New Roman"/>
                <a:ea typeface="Times New Roman"/>
                <a:cs typeface="Times New Roman"/>
                <a:sym typeface="Times New Roman"/>
              </a:defRPr>
            </a:lvl7pPr>
            <a:lvl8pPr lvl="7" algn="ctr">
              <a:spcBef>
                <a:spcPts val="0"/>
              </a:spcBef>
              <a:spcAft>
                <a:spcPts val="0"/>
              </a:spcAft>
              <a:buSzPts val="12000"/>
              <a:buFont typeface="Times New Roman"/>
              <a:buNone/>
              <a:defRPr sz="12000">
                <a:latin typeface="Times New Roman"/>
                <a:ea typeface="Times New Roman"/>
                <a:cs typeface="Times New Roman"/>
                <a:sym typeface="Times New Roman"/>
              </a:defRPr>
            </a:lvl8pPr>
            <a:lvl9pPr lvl="8" algn="ctr">
              <a:spcBef>
                <a:spcPts val="0"/>
              </a:spcBef>
              <a:spcAft>
                <a:spcPts val="0"/>
              </a:spcAft>
              <a:buSzPts val="12000"/>
              <a:buFont typeface="Times New Roman"/>
              <a:buNone/>
              <a:defRPr sz="12000">
                <a:latin typeface="Times New Roman"/>
                <a:ea typeface="Times New Roman"/>
                <a:cs typeface="Times New Roman"/>
                <a:sym typeface="Times New Roman"/>
              </a:defRPr>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Font typeface="Times New Roman"/>
              <a:buChar char="●"/>
              <a:defRPr>
                <a:latin typeface="Times New Roman"/>
                <a:ea typeface="Times New Roman"/>
                <a:cs typeface="Times New Roman"/>
                <a:sym typeface="Times New Roman"/>
              </a:defRPr>
            </a:lvl1pPr>
            <a:lvl2pPr marL="914400" lvl="1" indent="-317500" algn="ctr">
              <a:spcBef>
                <a:spcPts val="0"/>
              </a:spcBef>
              <a:spcAft>
                <a:spcPts val="0"/>
              </a:spcAft>
              <a:buSzPts val="1400"/>
              <a:buFont typeface="Times New Roman"/>
              <a:buChar char="○"/>
              <a:defRPr>
                <a:latin typeface="Times New Roman"/>
                <a:ea typeface="Times New Roman"/>
                <a:cs typeface="Times New Roman"/>
                <a:sym typeface="Times New Roman"/>
              </a:defRPr>
            </a:lvl2pPr>
            <a:lvl3pPr marL="1371600" lvl="2" indent="-317500" algn="ctr">
              <a:spcBef>
                <a:spcPts val="0"/>
              </a:spcBef>
              <a:spcAft>
                <a:spcPts val="0"/>
              </a:spcAft>
              <a:buSzPts val="1400"/>
              <a:buFont typeface="Times New Roman"/>
              <a:buChar char="■"/>
              <a:defRPr>
                <a:latin typeface="Times New Roman"/>
                <a:ea typeface="Times New Roman"/>
                <a:cs typeface="Times New Roman"/>
                <a:sym typeface="Times New Roman"/>
              </a:defRPr>
            </a:lvl3pPr>
            <a:lvl4pPr marL="1828800" lvl="3" indent="-317500" algn="ctr">
              <a:spcBef>
                <a:spcPts val="0"/>
              </a:spcBef>
              <a:spcAft>
                <a:spcPts val="0"/>
              </a:spcAft>
              <a:buSzPts val="1400"/>
              <a:buFont typeface="Times New Roman"/>
              <a:buChar char="●"/>
              <a:defRPr>
                <a:latin typeface="Times New Roman"/>
                <a:ea typeface="Times New Roman"/>
                <a:cs typeface="Times New Roman"/>
                <a:sym typeface="Times New Roman"/>
              </a:defRPr>
            </a:lvl4pPr>
            <a:lvl5pPr marL="2286000" lvl="4" indent="-317500" algn="ctr">
              <a:spcBef>
                <a:spcPts val="0"/>
              </a:spcBef>
              <a:spcAft>
                <a:spcPts val="0"/>
              </a:spcAft>
              <a:buSzPts val="1400"/>
              <a:buFont typeface="Times New Roman"/>
              <a:buChar char="○"/>
              <a:defRPr>
                <a:latin typeface="Times New Roman"/>
                <a:ea typeface="Times New Roman"/>
                <a:cs typeface="Times New Roman"/>
                <a:sym typeface="Times New Roman"/>
              </a:defRPr>
            </a:lvl5pPr>
            <a:lvl6pPr marL="2743200" lvl="5" indent="-317500" algn="ctr">
              <a:spcBef>
                <a:spcPts val="0"/>
              </a:spcBef>
              <a:spcAft>
                <a:spcPts val="0"/>
              </a:spcAft>
              <a:buSzPts val="1400"/>
              <a:buFont typeface="Times New Roman"/>
              <a:buChar char="■"/>
              <a:defRPr>
                <a:latin typeface="Times New Roman"/>
                <a:ea typeface="Times New Roman"/>
                <a:cs typeface="Times New Roman"/>
                <a:sym typeface="Times New Roman"/>
              </a:defRPr>
            </a:lvl6pPr>
            <a:lvl7pPr marL="3200400" lvl="6" indent="-317500" algn="ctr">
              <a:spcBef>
                <a:spcPts val="0"/>
              </a:spcBef>
              <a:spcAft>
                <a:spcPts val="0"/>
              </a:spcAft>
              <a:buSzPts val="1400"/>
              <a:buFont typeface="Times New Roman"/>
              <a:buChar char="●"/>
              <a:defRPr>
                <a:latin typeface="Times New Roman"/>
                <a:ea typeface="Times New Roman"/>
                <a:cs typeface="Times New Roman"/>
                <a:sym typeface="Times New Roman"/>
              </a:defRPr>
            </a:lvl7pPr>
            <a:lvl8pPr marL="3657600" lvl="7" indent="-317500" algn="ctr">
              <a:spcBef>
                <a:spcPts val="0"/>
              </a:spcBef>
              <a:spcAft>
                <a:spcPts val="0"/>
              </a:spcAft>
              <a:buSzPts val="1400"/>
              <a:buFont typeface="Times New Roman"/>
              <a:buChar char="○"/>
              <a:defRPr>
                <a:latin typeface="Times New Roman"/>
                <a:ea typeface="Times New Roman"/>
                <a:cs typeface="Times New Roman"/>
                <a:sym typeface="Times New Roman"/>
              </a:defRPr>
            </a:lvl8pPr>
            <a:lvl9pPr marL="4114800" lvl="8" indent="-317500" algn="ctr">
              <a:spcBef>
                <a:spcPts val="0"/>
              </a:spcBef>
              <a:spcAft>
                <a:spcPts val="0"/>
              </a:spcAft>
              <a:buSzPts val="1400"/>
              <a:buFont typeface="Times New Roman"/>
              <a:buChar char="■"/>
              <a:defRPr>
                <a:latin typeface="Times New Roman"/>
                <a:ea typeface="Times New Roman"/>
                <a:cs typeface="Times New Roman"/>
                <a:sym typeface="Times New Roman"/>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customXml" Target="../ink/ink2.xml"/><Relationship Id="rId5" Type="http://schemas.openxmlformats.org/officeDocument/2006/relationships/image" Target="../media/image3.png"/><Relationship Id="rId4" Type="http://schemas.openxmlformats.org/officeDocument/2006/relationships/customXml" Target="../ink/ink1.xml"/></Relationships>
</file>

<file path=ppt/slides/_rels/slide8.xml.rels><?xml version="1.0" encoding="UTF-8" standalone="yes"?>
<Relationships xmlns="http://schemas.openxmlformats.org/package/2006/relationships"><Relationship Id="rId3" Type="http://schemas.openxmlformats.org/officeDocument/2006/relationships/customXml" Target="../ink/ink3.xml"/><Relationship Id="rId38"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 Id="rId37"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3" Type="http://schemas.openxmlformats.org/officeDocument/2006/relationships/customXml" Target="../ink/ink5.xml"/><Relationship Id="rId3" Type="http://schemas.openxmlformats.org/officeDocument/2006/relationships/customXml" Target="../ink/ink4.xml"/><Relationship Id="rId12" Type="http://schemas.openxmlformats.org/officeDocument/2006/relationships/image" Target="../media/image110.png"/><Relationship Id="rId2" Type="http://schemas.openxmlformats.org/officeDocument/2006/relationships/notesSlide" Target="../notesSlides/notesSlide9.xml"/><Relationship Id="rId1" Type="http://schemas.openxmlformats.org/officeDocument/2006/relationships/slideLayout" Target="../slideLayouts/slideLayout3.xml"/><Relationship Id="rId14"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customXml" Target="../ink/ink7.xml"/><Relationship Id="rId4" Type="http://schemas.openxmlformats.org/officeDocument/2006/relationships/image" Target="../media/image1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295725" y="768149"/>
            <a:ext cx="6593700" cy="1309025"/>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sz="4900" dirty="0"/>
              <a:t>Anonymous Feedback wall </a:t>
            </a:r>
            <a:endParaRPr dirty="0">
              <a:latin typeface="Times New Roman"/>
              <a:ea typeface="Times New Roman"/>
              <a:cs typeface="Times New Roman"/>
              <a:sym typeface="Times New Roman"/>
            </a:endParaRPr>
          </a:p>
        </p:txBody>
      </p:sp>
      <p:pic>
        <p:nvPicPr>
          <p:cNvPr id="55" name="Google Shape;55;p13"/>
          <p:cNvPicPr preferRelativeResize="0"/>
          <p:nvPr/>
        </p:nvPicPr>
        <p:blipFill>
          <a:blip r:embed="rId3">
            <a:alphaModFix/>
          </a:blip>
          <a:stretch>
            <a:fillRect/>
          </a:stretch>
        </p:blipFill>
        <p:spPr>
          <a:xfrm>
            <a:off x="6889425" y="239550"/>
            <a:ext cx="1769000" cy="1785700"/>
          </a:xfrm>
          <a:prstGeom prst="rect">
            <a:avLst/>
          </a:prstGeom>
          <a:noFill/>
          <a:ln>
            <a:noFill/>
          </a:ln>
        </p:spPr>
      </p:pic>
      <p:sp>
        <p:nvSpPr>
          <p:cNvPr id="56" name="Google Shape;56;p13"/>
          <p:cNvSpPr txBox="1"/>
          <p:nvPr/>
        </p:nvSpPr>
        <p:spPr>
          <a:xfrm>
            <a:off x="311700" y="239550"/>
            <a:ext cx="3969300" cy="52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300" b="1" dirty="0">
                <a:latin typeface="Times New Roman"/>
                <a:ea typeface="Times New Roman"/>
                <a:cs typeface="Times New Roman"/>
                <a:sym typeface="Times New Roman"/>
              </a:rPr>
              <a:t>Midterm</a:t>
            </a:r>
            <a:r>
              <a:rPr lang="en" sz="2300" b="1" dirty="0">
                <a:solidFill>
                  <a:srgbClr val="000000"/>
                </a:solidFill>
                <a:latin typeface="Times New Roman"/>
                <a:ea typeface="Times New Roman"/>
                <a:cs typeface="Times New Roman"/>
                <a:sym typeface="Times New Roman"/>
              </a:rPr>
              <a:t> Defense on</a:t>
            </a:r>
            <a:endParaRPr sz="2300" b="1" dirty="0">
              <a:solidFill>
                <a:srgbClr val="000000"/>
              </a:solidFill>
              <a:latin typeface="Times New Roman"/>
              <a:ea typeface="Times New Roman"/>
              <a:cs typeface="Times New Roman"/>
              <a:sym typeface="Times New Roman"/>
            </a:endParaRPr>
          </a:p>
        </p:txBody>
      </p:sp>
      <p:sp>
        <p:nvSpPr>
          <p:cNvPr id="57" name="Google Shape;57;p13"/>
          <p:cNvSpPr txBox="1"/>
          <p:nvPr/>
        </p:nvSpPr>
        <p:spPr>
          <a:xfrm>
            <a:off x="5366225" y="3066325"/>
            <a:ext cx="3292200" cy="9078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 sz="2350" b="1" dirty="0">
                <a:solidFill>
                  <a:srgbClr val="000000"/>
                </a:solidFill>
                <a:latin typeface="Times New Roman"/>
                <a:ea typeface="Times New Roman"/>
                <a:cs typeface="Times New Roman"/>
                <a:sym typeface="Times New Roman"/>
              </a:rPr>
              <a:t>Supervised by:</a:t>
            </a:r>
            <a:endParaRPr sz="2350" b="1" dirty="0">
              <a:solidFill>
                <a:srgbClr val="000000"/>
              </a:solidFill>
              <a:latin typeface="Times New Roman"/>
              <a:ea typeface="Times New Roman"/>
              <a:cs typeface="Times New Roman"/>
              <a:sym typeface="Times New Roman"/>
            </a:endParaRPr>
          </a:p>
          <a:p>
            <a:pPr marL="0" lvl="0" indent="0" algn="l" rtl="0">
              <a:spcBef>
                <a:spcPts val="0"/>
              </a:spcBef>
              <a:spcAft>
                <a:spcPts val="0"/>
              </a:spcAft>
              <a:buNone/>
            </a:pPr>
            <a:r>
              <a:rPr lang="en" sz="2100" dirty="0">
                <a:latin typeface="Times New Roman"/>
                <a:ea typeface="Times New Roman"/>
                <a:cs typeface="Times New Roman"/>
                <a:sym typeface="Times New Roman"/>
              </a:rPr>
              <a:t>Mr. Bipin Maharjan</a:t>
            </a:r>
            <a:endParaRPr sz="2100" dirty="0">
              <a:solidFill>
                <a:srgbClr val="000000"/>
              </a:solidFill>
              <a:latin typeface="Times New Roman"/>
              <a:ea typeface="Times New Roman"/>
              <a:cs typeface="Times New Roman"/>
              <a:sym typeface="Times New Roman"/>
            </a:endParaRPr>
          </a:p>
        </p:txBody>
      </p:sp>
      <p:sp>
        <p:nvSpPr>
          <p:cNvPr id="58" name="Google Shape;58;p13"/>
          <p:cNvSpPr txBox="1"/>
          <p:nvPr/>
        </p:nvSpPr>
        <p:spPr>
          <a:xfrm>
            <a:off x="311700" y="3066325"/>
            <a:ext cx="4414200" cy="15828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 sz="2800" b="1" dirty="0">
                <a:solidFill>
                  <a:srgbClr val="000000"/>
                </a:solidFill>
                <a:latin typeface="Times New Roman"/>
                <a:ea typeface="Times New Roman"/>
                <a:cs typeface="Times New Roman"/>
                <a:sym typeface="Times New Roman"/>
              </a:rPr>
              <a:t>Presented by:</a:t>
            </a:r>
            <a:endParaRPr sz="2800" b="1" dirty="0">
              <a:solidFill>
                <a:srgbClr val="000000"/>
              </a:solidFill>
              <a:latin typeface="Times New Roman"/>
              <a:ea typeface="Times New Roman"/>
              <a:cs typeface="Times New Roman"/>
              <a:sym typeface="Times New Roman"/>
            </a:endParaRPr>
          </a:p>
          <a:p>
            <a:pPr marL="0" lvl="0" indent="0" algn="l" rtl="0">
              <a:spcBef>
                <a:spcPts val="0"/>
              </a:spcBef>
              <a:spcAft>
                <a:spcPts val="0"/>
              </a:spcAft>
              <a:buNone/>
            </a:pPr>
            <a:r>
              <a:rPr lang="en-US" sz="2500" dirty="0">
                <a:latin typeface="Times New Roman"/>
                <a:ea typeface="Times New Roman"/>
                <a:cs typeface="Times New Roman"/>
                <a:sym typeface="Times New Roman"/>
              </a:rPr>
              <a:t>Shulabh Shrestha</a:t>
            </a:r>
            <a:endParaRPr sz="2500" dirty="0">
              <a:solidFill>
                <a:srgbClr val="000000"/>
              </a:solidFill>
              <a:latin typeface="Times New Roman"/>
              <a:ea typeface="Times New Roman"/>
              <a:cs typeface="Times New Roman"/>
              <a:sym typeface="Times New Roman"/>
            </a:endParaRPr>
          </a:p>
          <a:p>
            <a:pPr marL="0" lvl="0" indent="0" algn="l" rtl="0">
              <a:spcBef>
                <a:spcPts val="0"/>
              </a:spcBef>
              <a:spcAft>
                <a:spcPts val="0"/>
              </a:spcAft>
              <a:buNone/>
            </a:pPr>
            <a:r>
              <a:rPr lang="en" sz="2500" dirty="0">
                <a:latin typeface="Times New Roman"/>
                <a:ea typeface="Times New Roman"/>
                <a:cs typeface="Times New Roman"/>
                <a:sym typeface="Times New Roman"/>
              </a:rPr>
              <a:t>BCSIT</a:t>
            </a:r>
            <a:endParaRPr sz="2500" dirty="0">
              <a:solidFill>
                <a:srgbClr val="000000"/>
              </a:solidFill>
              <a:latin typeface="Times New Roman"/>
              <a:ea typeface="Times New Roman"/>
              <a:cs typeface="Times New Roman"/>
              <a:sym typeface="Times New Roman"/>
            </a:endParaRPr>
          </a:p>
          <a:p>
            <a:pPr marL="0" lvl="0" indent="0" algn="l" rtl="0">
              <a:spcBef>
                <a:spcPts val="0"/>
              </a:spcBef>
              <a:spcAft>
                <a:spcPts val="0"/>
              </a:spcAft>
              <a:buNone/>
            </a:pPr>
            <a:r>
              <a:rPr lang="en-US" sz="2500" dirty="0">
                <a:latin typeface="Times New Roman"/>
                <a:ea typeface="Times New Roman"/>
                <a:cs typeface="Times New Roman"/>
                <a:sym typeface="Times New Roman"/>
              </a:rPr>
              <a:t>2024-2-08-0747</a:t>
            </a:r>
            <a:endParaRPr sz="2500" dirty="0">
              <a:latin typeface="Times New Roman"/>
              <a:ea typeface="Times New Roman"/>
              <a:cs typeface="Times New Roman"/>
              <a:sym typeface="Times New Roman"/>
            </a:endParaRPr>
          </a:p>
          <a:p>
            <a:pPr marL="0" lvl="0" indent="0" algn="l" rtl="0">
              <a:spcBef>
                <a:spcPts val="0"/>
              </a:spcBef>
              <a:spcAft>
                <a:spcPts val="0"/>
              </a:spcAft>
              <a:buNone/>
            </a:pPr>
            <a:r>
              <a:rPr lang="en" sz="2500" dirty="0">
                <a:latin typeface="Times New Roman"/>
                <a:ea typeface="Times New Roman"/>
                <a:cs typeface="Times New Roman"/>
                <a:sym typeface="Times New Roman"/>
              </a:rPr>
              <a:t>Uniglobe College</a:t>
            </a:r>
            <a:endParaRPr sz="2500" dirty="0">
              <a:latin typeface="Times New Roman"/>
              <a:ea typeface="Times New Roman"/>
              <a:cs typeface="Times New Roman"/>
              <a:sym typeface="Times New Roman"/>
            </a:endParaRPr>
          </a:p>
        </p:txBody>
      </p:sp>
      <p:sp>
        <p:nvSpPr>
          <p:cNvPr id="59" name="Google Shape;59;p13"/>
          <p:cNvSpPr txBox="1"/>
          <p:nvPr/>
        </p:nvSpPr>
        <p:spPr>
          <a:xfrm>
            <a:off x="5291558" y="4234637"/>
            <a:ext cx="3180900" cy="5286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 sz="2100" b="1" dirty="0">
                <a:latin typeface="Times New Roman"/>
                <a:ea typeface="Times New Roman"/>
                <a:cs typeface="Times New Roman"/>
                <a:sym typeface="Times New Roman"/>
              </a:rPr>
              <a:t>Date</a:t>
            </a:r>
            <a:r>
              <a:rPr lang="en" sz="2100" b="1" dirty="0">
                <a:solidFill>
                  <a:srgbClr val="000000"/>
                </a:solidFill>
                <a:latin typeface="Times New Roman"/>
                <a:ea typeface="Times New Roman"/>
                <a:cs typeface="Times New Roman"/>
                <a:sym typeface="Times New Roman"/>
              </a:rPr>
              <a:t>: </a:t>
            </a:r>
            <a:r>
              <a:rPr lang="en" sz="2100" b="1" dirty="0">
                <a:latin typeface="Times New Roman"/>
                <a:ea typeface="Times New Roman"/>
                <a:cs typeface="Times New Roman"/>
                <a:sym typeface="Times New Roman"/>
              </a:rPr>
              <a:t>11</a:t>
            </a:r>
            <a:r>
              <a:rPr lang="en" sz="2100" b="1" baseline="30000" dirty="0">
                <a:solidFill>
                  <a:srgbClr val="000000"/>
                </a:solidFill>
                <a:latin typeface="Times New Roman"/>
                <a:ea typeface="Times New Roman"/>
                <a:cs typeface="Times New Roman"/>
                <a:sym typeface="Times New Roman"/>
              </a:rPr>
              <a:t>th</a:t>
            </a:r>
            <a:r>
              <a:rPr lang="en" sz="2100" b="1" dirty="0">
                <a:solidFill>
                  <a:srgbClr val="000000"/>
                </a:solidFill>
                <a:latin typeface="Times New Roman"/>
                <a:ea typeface="Times New Roman"/>
                <a:cs typeface="Times New Roman"/>
                <a:sym typeface="Times New Roman"/>
              </a:rPr>
              <a:t> January 2026</a:t>
            </a:r>
            <a:endParaRPr sz="2100" dirty="0">
              <a:solidFill>
                <a:srgbClr val="000000"/>
              </a:solidFill>
              <a:latin typeface="Times New Roman"/>
              <a:ea typeface="Times New Roman"/>
              <a:cs typeface="Times New Roman"/>
              <a:sym typeface="Times New Roman"/>
            </a:endParaRPr>
          </a:p>
        </p:txBody>
      </p:sp>
      <p:sp>
        <p:nvSpPr>
          <p:cNvPr id="2" name="Slide Number Placeholder 1">
            <a:extLst>
              <a:ext uri="{FF2B5EF4-FFF2-40B4-BE49-F238E27FC236}">
                <a16:creationId xmlns:a16="http://schemas.microsoft.com/office/drawing/2014/main" id="{5BFA1AE4-F032-9FD0-AA42-845956D0AE7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a:t>
            </a:fld>
            <a:endParaRPr lang="e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500558" y="210457"/>
            <a:ext cx="8520600" cy="942018"/>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4400" dirty="0"/>
              <a:t>Outline</a:t>
            </a:r>
            <a:endParaRPr sz="4400" dirty="0"/>
          </a:p>
        </p:txBody>
      </p:sp>
      <p:sp>
        <p:nvSpPr>
          <p:cNvPr id="65" name="Google Shape;65;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342900" algn="l" rtl="0">
              <a:spcBef>
                <a:spcPts val="0"/>
              </a:spcBef>
              <a:spcAft>
                <a:spcPts val="0"/>
              </a:spcAft>
              <a:buSzPts val="1800"/>
              <a:buChar char="●"/>
            </a:pPr>
            <a:r>
              <a:rPr lang="en" dirty="0"/>
              <a:t>Introduction</a:t>
            </a:r>
            <a:endParaRPr dirty="0"/>
          </a:p>
          <a:p>
            <a:pPr marL="457200" lvl="0" indent="-342900" algn="l" rtl="0">
              <a:spcBef>
                <a:spcPts val="0"/>
              </a:spcBef>
              <a:spcAft>
                <a:spcPts val="0"/>
              </a:spcAft>
              <a:buSzPts val="1800"/>
              <a:buChar char="●"/>
            </a:pPr>
            <a:r>
              <a:rPr lang="en" dirty="0"/>
              <a:t>Statement of Problem</a:t>
            </a:r>
            <a:endParaRPr dirty="0"/>
          </a:p>
          <a:p>
            <a:pPr marL="457200" lvl="0" indent="-342900" algn="l" rtl="0">
              <a:spcBef>
                <a:spcPts val="0"/>
              </a:spcBef>
              <a:spcAft>
                <a:spcPts val="0"/>
              </a:spcAft>
              <a:buSzPts val="1800"/>
              <a:buChar char="●"/>
            </a:pPr>
            <a:r>
              <a:rPr lang="en" dirty="0"/>
              <a:t>Objectives of the Project</a:t>
            </a:r>
            <a:endParaRPr dirty="0"/>
          </a:p>
          <a:p>
            <a:pPr marL="457200" lvl="0" indent="-342900" algn="l" rtl="0">
              <a:spcBef>
                <a:spcPts val="0"/>
              </a:spcBef>
              <a:spcAft>
                <a:spcPts val="0"/>
              </a:spcAft>
              <a:buSzPts val="1800"/>
              <a:buChar char="●"/>
            </a:pPr>
            <a:r>
              <a:rPr lang="en" dirty="0"/>
              <a:t>Scope of the Project</a:t>
            </a:r>
            <a:endParaRPr dirty="0"/>
          </a:p>
          <a:p>
            <a:pPr marL="457200" lvl="0" indent="-342900" algn="l" rtl="0">
              <a:spcBef>
                <a:spcPts val="0"/>
              </a:spcBef>
              <a:spcAft>
                <a:spcPts val="0"/>
              </a:spcAft>
              <a:buSzPts val="1800"/>
              <a:buChar char="●"/>
            </a:pPr>
            <a:r>
              <a:rPr lang="en" dirty="0"/>
              <a:t>Proposed System Overview</a:t>
            </a:r>
            <a:endParaRPr dirty="0"/>
          </a:p>
          <a:p>
            <a:pPr marL="457200" lvl="0" indent="-342900" algn="l" rtl="0">
              <a:spcBef>
                <a:spcPts val="0"/>
              </a:spcBef>
              <a:spcAft>
                <a:spcPts val="0"/>
              </a:spcAft>
              <a:buSzPts val="1800"/>
              <a:buChar char="●"/>
            </a:pPr>
            <a:r>
              <a:rPr lang="en" dirty="0"/>
              <a:t>System Design</a:t>
            </a:r>
            <a:endParaRPr dirty="0"/>
          </a:p>
          <a:p>
            <a:pPr marL="457200" lvl="0" indent="-342900" algn="l" rtl="0">
              <a:spcBef>
                <a:spcPts val="0"/>
              </a:spcBef>
              <a:spcAft>
                <a:spcPts val="0"/>
              </a:spcAft>
              <a:buSzPts val="1800"/>
              <a:buChar char="●"/>
            </a:pPr>
            <a:r>
              <a:rPr lang="en" dirty="0"/>
              <a:t>Proposed Methodology</a:t>
            </a:r>
            <a:endParaRPr dirty="0"/>
          </a:p>
          <a:p>
            <a:pPr marL="457200" lvl="0" indent="-342900" algn="l" rtl="0">
              <a:spcBef>
                <a:spcPts val="0"/>
              </a:spcBef>
              <a:spcAft>
                <a:spcPts val="0"/>
              </a:spcAft>
              <a:buSzPts val="1800"/>
              <a:buChar char="●"/>
            </a:pPr>
            <a:r>
              <a:rPr lang="en" dirty="0"/>
              <a:t>Tools and Technologies</a:t>
            </a:r>
            <a:endParaRPr dirty="0"/>
          </a:p>
          <a:p>
            <a:pPr marL="457200" lvl="0" indent="-342900" algn="l" rtl="0">
              <a:spcBef>
                <a:spcPts val="0"/>
              </a:spcBef>
              <a:spcAft>
                <a:spcPts val="0"/>
              </a:spcAft>
              <a:buSzPts val="1800"/>
              <a:buChar char="●"/>
            </a:pPr>
            <a:r>
              <a:rPr lang="en" dirty="0"/>
              <a:t>Expected Outcomes</a:t>
            </a:r>
            <a:endParaRPr dirty="0"/>
          </a:p>
          <a:p>
            <a:pPr marL="457200" lvl="0" indent="-342900" algn="l" rtl="0">
              <a:spcBef>
                <a:spcPts val="0"/>
              </a:spcBef>
              <a:spcAft>
                <a:spcPts val="0"/>
              </a:spcAft>
              <a:buSzPts val="1800"/>
              <a:buChar char="●"/>
            </a:pPr>
            <a:r>
              <a:rPr lang="en" dirty="0"/>
              <a:t>Project Timeline</a:t>
            </a:r>
          </a:p>
          <a:p>
            <a:pPr marL="457200" lvl="0" indent="-342900" algn="l" rtl="0">
              <a:spcBef>
                <a:spcPts val="0"/>
              </a:spcBef>
              <a:spcAft>
                <a:spcPts val="0"/>
              </a:spcAft>
              <a:buSzPts val="1800"/>
              <a:buChar char="●"/>
            </a:pPr>
            <a:r>
              <a:rPr lang="en-US" dirty="0"/>
              <a:t>Screenshots of finished web-pages</a:t>
            </a:r>
            <a:endParaRPr dirty="0"/>
          </a:p>
          <a:p>
            <a:pPr marL="457200" lvl="0" indent="-342900" algn="l" rtl="0">
              <a:spcBef>
                <a:spcPts val="0"/>
              </a:spcBef>
              <a:spcAft>
                <a:spcPts val="0"/>
              </a:spcAft>
              <a:buSzPts val="1800"/>
              <a:buChar char="●"/>
            </a:pPr>
            <a:r>
              <a:rPr lang="en" dirty="0"/>
              <a:t>References</a:t>
            </a:r>
            <a:endParaRPr dirty="0"/>
          </a:p>
        </p:txBody>
      </p:sp>
      <p:sp>
        <p:nvSpPr>
          <p:cNvPr id="2" name="Slide Number Placeholder 1">
            <a:extLst>
              <a:ext uri="{FF2B5EF4-FFF2-40B4-BE49-F238E27FC236}">
                <a16:creationId xmlns:a16="http://schemas.microsoft.com/office/drawing/2014/main" id="{11827FD5-22D1-B7B6-3A44-74C8ACEC3E0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Introduction</a:t>
            </a:r>
            <a:endParaRPr/>
          </a:p>
        </p:txBody>
      </p:sp>
      <p:sp>
        <p:nvSpPr>
          <p:cNvPr id="71" name="Google Shape;71;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US" dirty="0"/>
              <a:t>Web-based platform for collecting anonymous feedback</a:t>
            </a:r>
          </a:p>
          <a:p>
            <a:pPr marL="457200" lvl="0" indent="-342900" algn="l" rtl="0">
              <a:spcBef>
                <a:spcPts val="0"/>
              </a:spcBef>
              <a:spcAft>
                <a:spcPts val="0"/>
              </a:spcAft>
              <a:buSzPts val="1800"/>
              <a:buChar char="●"/>
            </a:pPr>
            <a:r>
              <a:rPr lang="en-US" dirty="0"/>
              <a:t>Ensured privacy and security for users submitting opinions.</a:t>
            </a:r>
          </a:p>
          <a:p>
            <a:pPr marL="457200" lvl="0" indent="-342900" algn="l" rtl="0">
              <a:spcBef>
                <a:spcPts val="0"/>
              </a:spcBef>
              <a:spcAft>
                <a:spcPts val="0"/>
              </a:spcAft>
              <a:buSzPts val="1800"/>
              <a:buChar char="●"/>
            </a:pPr>
            <a:r>
              <a:rPr lang="en-US" dirty="0"/>
              <a:t>Enables organizations, schools and workplaces to gather honest input</a:t>
            </a:r>
          </a:p>
          <a:p>
            <a:pPr marL="457200" lvl="0" indent="-342900" algn="l" rtl="0">
              <a:spcBef>
                <a:spcPts val="0"/>
              </a:spcBef>
              <a:spcAft>
                <a:spcPts val="0"/>
              </a:spcAft>
              <a:buSzPts val="1800"/>
              <a:buChar char="●"/>
            </a:pPr>
            <a:r>
              <a:rPr lang="en-US" dirty="0"/>
              <a:t>Build using PHP, HTML, CSS and JavaScript for functionality</a:t>
            </a:r>
          </a:p>
        </p:txBody>
      </p:sp>
      <p:sp>
        <p:nvSpPr>
          <p:cNvPr id="2" name="Slide Number Placeholder 1">
            <a:extLst>
              <a:ext uri="{FF2B5EF4-FFF2-40B4-BE49-F238E27FC236}">
                <a16:creationId xmlns:a16="http://schemas.microsoft.com/office/drawing/2014/main" id="{3991256C-8B90-3EB4-22AB-72976CAFF60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Statement of Problem</a:t>
            </a:r>
            <a:endParaRPr/>
          </a:p>
        </p:txBody>
      </p:sp>
      <p:sp>
        <p:nvSpPr>
          <p:cNvPr id="77" name="Google Shape;77;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US" dirty="0"/>
              <a:t>People hesitate to give honest feedback due to fear of judgement or exposure.</a:t>
            </a:r>
          </a:p>
          <a:p>
            <a:pPr marL="457200" lvl="0" indent="-342900" algn="l" rtl="0">
              <a:spcBef>
                <a:spcPts val="0"/>
              </a:spcBef>
              <a:spcAft>
                <a:spcPts val="0"/>
              </a:spcAft>
              <a:buSzPts val="1800"/>
              <a:buChar char="●"/>
            </a:pPr>
            <a:r>
              <a:rPr lang="en-US" dirty="0"/>
              <a:t>Lack of secure, </a:t>
            </a:r>
            <a:r>
              <a:rPr lang="en-US"/>
              <a:t>anonymous platforms</a:t>
            </a:r>
          </a:p>
          <a:p>
            <a:pPr marL="457200" lvl="0" indent="-342900" algn="l" rtl="0">
              <a:spcBef>
                <a:spcPts val="0"/>
              </a:spcBef>
              <a:spcAft>
                <a:spcPts val="0"/>
              </a:spcAft>
              <a:buSzPts val="1800"/>
              <a:buChar char="●"/>
            </a:pPr>
            <a:r>
              <a:rPr lang="en-US"/>
              <a:t>Target </a:t>
            </a:r>
            <a:r>
              <a:rPr lang="en-US" dirty="0"/>
              <a:t>users: Students, employees and organizations seeking genuine  feedbacks.</a:t>
            </a:r>
            <a:endParaRPr dirty="0"/>
          </a:p>
        </p:txBody>
      </p:sp>
      <p:sp>
        <p:nvSpPr>
          <p:cNvPr id="2" name="Slide Number Placeholder 1">
            <a:extLst>
              <a:ext uri="{FF2B5EF4-FFF2-40B4-BE49-F238E27FC236}">
                <a16:creationId xmlns:a16="http://schemas.microsoft.com/office/drawing/2014/main" id="{50799B0E-440F-F4C5-C8CE-2C49CDD2AE0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Objectives of the Project</a:t>
            </a:r>
            <a:endParaRPr dirty="0"/>
          </a:p>
        </p:txBody>
      </p:sp>
      <p:sp>
        <p:nvSpPr>
          <p:cNvPr id="83" name="Google Shape;83;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US" dirty="0"/>
              <a:t>To enable users to submit feedback anonymously(or non-anonymously) and securely.</a:t>
            </a:r>
          </a:p>
          <a:p>
            <a:pPr marL="457200" lvl="0" indent="-342900" algn="l" rtl="0">
              <a:spcBef>
                <a:spcPts val="0"/>
              </a:spcBef>
              <a:spcAft>
                <a:spcPts val="0"/>
              </a:spcAft>
              <a:buSzPts val="1800"/>
              <a:buChar char="●"/>
            </a:pPr>
            <a:r>
              <a:rPr lang="en-US" dirty="0"/>
              <a:t>To provide administrators with an organized system to view and manage collected feedback</a:t>
            </a:r>
            <a:endParaRPr dirty="0"/>
          </a:p>
        </p:txBody>
      </p:sp>
      <p:sp>
        <p:nvSpPr>
          <p:cNvPr id="2" name="Slide Number Placeholder 1">
            <a:extLst>
              <a:ext uri="{FF2B5EF4-FFF2-40B4-BE49-F238E27FC236}">
                <a16:creationId xmlns:a16="http://schemas.microsoft.com/office/drawing/2014/main" id="{B7A5025F-AF3F-B67C-A5F2-40A28127655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Scope of the Project</a:t>
            </a:r>
            <a:endParaRPr/>
          </a:p>
        </p:txBody>
      </p:sp>
      <p:sp>
        <p:nvSpPr>
          <p:cNvPr id="89" name="Google Shape;89;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lvl="0" indent="0" algn="l" rtl="0">
              <a:spcBef>
                <a:spcPts val="0"/>
              </a:spcBef>
              <a:spcAft>
                <a:spcPts val="0"/>
              </a:spcAft>
              <a:buSzPts val="1800"/>
              <a:buNone/>
            </a:pPr>
            <a:r>
              <a:rPr lang="en-US" dirty="0"/>
              <a:t>What it includes:</a:t>
            </a:r>
          </a:p>
          <a:p>
            <a:r>
              <a:rPr lang="en-US" dirty="0"/>
              <a:t>Database storage for feedback entries</a:t>
            </a:r>
          </a:p>
          <a:p>
            <a:r>
              <a:rPr lang="en-US" dirty="0"/>
              <a:t>Creation of rooms for feedback submission and viewing</a:t>
            </a:r>
          </a:p>
          <a:p>
            <a:r>
              <a:rPr lang="en-US" dirty="0"/>
              <a:t>User authentication for administrators</a:t>
            </a:r>
          </a:p>
          <a:p>
            <a:endParaRPr lang="en-US" dirty="0"/>
          </a:p>
          <a:p>
            <a:pPr marL="114300" indent="0">
              <a:buNone/>
            </a:pPr>
            <a:r>
              <a:rPr lang="en-US" dirty="0"/>
              <a:t>Limitations:</a:t>
            </a:r>
          </a:p>
          <a:p>
            <a:r>
              <a:rPr lang="en-US" dirty="0"/>
              <a:t>Advanced analytics or reporting tools</a:t>
            </a:r>
          </a:p>
          <a:p>
            <a:r>
              <a:rPr lang="en-US" dirty="0"/>
              <a:t>Notification system</a:t>
            </a:r>
          </a:p>
        </p:txBody>
      </p:sp>
      <p:sp>
        <p:nvSpPr>
          <p:cNvPr id="2" name="Slide Number Placeholder 1">
            <a:extLst>
              <a:ext uri="{FF2B5EF4-FFF2-40B4-BE49-F238E27FC236}">
                <a16:creationId xmlns:a16="http://schemas.microsoft.com/office/drawing/2014/main" id="{7C168B6E-8A0D-6A7B-B368-DBFB336DD5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1AE9569F-F06B-4A0E-636D-11682AABE8A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
        <p:nvSpPr>
          <p:cNvPr id="94" name="Google Shape;94;p19"/>
          <p:cNvSpPr txBox="1">
            <a:spLocks noGrp="1"/>
          </p:cNvSpPr>
          <p:nvPr>
            <p:ph type="title"/>
          </p:nvPr>
        </p:nvSpPr>
        <p:spPr>
          <a:xfrm>
            <a:off x="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Proposed System Overview</a:t>
            </a:r>
            <a:endParaRPr dirty="0"/>
          </a:p>
        </p:txBody>
      </p:sp>
      <p:pic>
        <p:nvPicPr>
          <p:cNvPr id="2" name="Picture 1">
            <a:extLst>
              <a:ext uri="{FF2B5EF4-FFF2-40B4-BE49-F238E27FC236}">
                <a16:creationId xmlns:a16="http://schemas.microsoft.com/office/drawing/2014/main" id="{52A7BE73-6DDF-CF7A-4D51-E598F7F15060}"/>
              </a:ext>
            </a:extLst>
          </p:cNvPr>
          <p:cNvPicPr>
            <a:picLocks noChangeAspect="1"/>
          </p:cNvPicPr>
          <p:nvPr/>
        </p:nvPicPr>
        <p:blipFill>
          <a:blip r:embed="rId3">
            <a:extLst>
              <a:ext uri="{28A0092B-C50C-407E-A947-70E740481C1C}">
                <a14:useLocalDpi xmlns:a14="http://schemas.microsoft.com/office/drawing/2010/main" val="0"/>
              </a:ext>
            </a:extLst>
          </a:blip>
          <a:srcRect b="35322"/>
          <a:stretch>
            <a:fillRect/>
          </a:stretch>
        </p:blipFill>
        <p:spPr bwMode="auto">
          <a:xfrm>
            <a:off x="66397" y="504197"/>
            <a:ext cx="2473602" cy="4639303"/>
          </a:xfrm>
          <a:prstGeom prst="rect">
            <a:avLst/>
          </a:prstGeom>
          <a:noFill/>
          <a:ln>
            <a:noFill/>
          </a:ln>
        </p:spPr>
      </p:pic>
      <p:pic>
        <p:nvPicPr>
          <p:cNvPr id="3" name="Picture 2">
            <a:extLst>
              <a:ext uri="{FF2B5EF4-FFF2-40B4-BE49-F238E27FC236}">
                <a16:creationId xmlns:a16="http://schemas.microsoft.com/office/drawing/2014/main" id="{42C94B20-2B51-88CC-12FB-2C6315C5DC2C}"/>
              </a:ext>
            </a:extLst>
          </p:cNvPr>
          <p:cNvPicPr>
            <a:picLocks noChangeAspect="1"/>
          </p:cNvPicPr>
          <p:nvPr/>
        </p:nvPicPr>
        <p:blipFill>
          <a:blip r:embed="rId3">
            <a:extLst>
              <a:ext uri="{28A0092B-C50C-407E-A947-70E740481C1C}">
                <a14:useLocalDpi xmlns:a14="http://schemas.microsoft.com/office/drawing/2010/main" val="0"/>
              </a:ext>
            </a:extLst>
          </a:blip>
          <a:srcRect t="63954"/>
          <a:stretch>
            <a:fillRect/>
          </a:stretch>
        </p:blipFill>
        <p:spPr bwMode="auto">
          <a:xfrm>
            <a:off x="2688983" y="1961233"/>
            <a:ext cx="2410912" cy="2633344"/>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D60F91E0-324E-C97F-AEE1-1C2203C15592}"/>
                  </a:ext>
                </a:extLst>
              </p14:cNvPr>
              <p14:cNvContentPartPr/>
              <p14:nvPr/>
            </p14:nvContentPartPr>
            <p14:xfrm>
              <a:off x="1788889" y="1647280"/>
              <a:ext cx="2055240" cy="3343680"/>
            </p14:xfrm>
          </p:contentPart>
        </mc:Choice>
        <mc:Fallback xmlns="">
          <p:pic>
            <p:nvPicPr>
              <p:cNvPr id="4" name="Ink 3">
                <a:extLst>
                  <a:ext uri="{FF2B5EF4-FFF2-40B4-BE49-F238E27FC236}">
                    <a16:creationId xmlns:a16="http://schemas.microsoft.com/office/drawing/2014/main" id="{D60F91E0-324E-C97F-AEE1-1C2203C15592}"/>
                  </a:ext>
                </a:extLst>
              </p:cNvPr>
              <p:cNvPicPr/>
              <p:nvPr/>
            </p:nvPicPr>
            <p:blipFill>
              <a:blip r:embed="rId5"/>
              <a:stretch>
                <a:fillRect/>
              </a:stretch>
            </p:blipFill>
            <p:spPr>
              <a:xfrm>
                <a:off x="1782769" y="1641160"/>
                <a:ext cx="2067480" cy="3355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78CB79C2-C064-DF2B-126B-132F30571D52}"/>
                  </a:ext>
                </a:extLst>
              </p14:cNvPr>
              <p14:cNvContentPartPr/>
              <p14:nvPr/>
            </p14:nvContentPartPr>
            <p14:xfrm>
              <a:off x="3808596" y="1946721"/>
              <a:ext cx="82080" cy="61200"/>
            </p14:xfrm>
          </p:contentPart>
        </mc:Choice>
        <mc:Fallback xmlns="">
          <p:pic>
            <p:nvPicPr>
              <p:cNvPr id="15" name="Ink 14">
                <a:extLst>
                  <a:ext uri="{FF2B5EF4-FFF2-40B4-BE49-F238E27FC236}">
                    <a16:creationId xmlns:a16="http://schemas.microsoft.com/office/drawing/2014/main" id="{78CB79C2-C064-DF2B-126B-132F30571D52}"/>
                  </a:ext>
                </a:extLst>
              </p:cNvPr>
              <p:cNvPicPr/>
              <p:nvPr/>
            </p:nvPicPr>
            <p:blipFill>
              <a:blip r:embed="rId7"/>
              <a:stretch>
                <a:fillRect/>
              </a:stretch>
            </p:blipFill>
            <p:spPr>
              <a:xfrm>
                <a:off x="3802476" y="1940601"/>
                <a:ext cx="94320" cy="7344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0"/>
          <p:cNvSpPr txBox="1">
            <a:spLocks noGrp="1"/>
          </p:cNvSpPr>
          <p:nvPr>
            <p:ph type="title"/>
          </p:nvPr>
        </p:nvSpPr>
        <p:spPr>
          <a:xfrm>
            <a:off x="0" y="-46301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System Design</a:t>
            </a:r>
            <a:endParaRPr dirty="0"/>
          </a:p>
        </p:txBody>
      </p:sp>
      <p:sp>
        <p:nvSpPr>
          <p:cNvPr id="4" name="Google Shape;100;p20">
            <a:extLst>
              <a:ext uri="{FF2B5EF4-FFF2-40B4-BE49-F238E27FC236}">
                <a16:creationId xmlns:a16="http://schemas.microsoft.com/office/drawing/2014/main" id="{FD564547-6271-AAE3-DBF7-8C8EB288CD4C}"/>
              </a:ext>
            </a:extLst>
          </p:cNvPr>
          <p:cNvSpPr txBox="1">
            <a:spLocks/>
          </p:cNvSpPr>
          <p:nvPr/>
        </p:nvSpPr>
        <p:spPr>
          <a:xfrm>
            <a:off x="0" y="0"/>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Times New Roman"/>
              <a:buNone/>
              <a:defRPr sz="28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Use case diagram</a:t>
            </a:r>
          </a:p>
          <a:p>
            <a:endParaRPr lang="en-US" dirty="0"/>
          </a:p>
        </p:txBody>
      </p:sp>
      <p:sp>
        <p:nvSpPr>
          <p:cNvPr id="2" name="Slide Number Placeholder 1">
            <a:extLst>
              <a:ext uri="{FF2B5EF4-FFF2-40B4-BE49-F238E27FC236}">
                <a16:creationId xmlns:a16="http://schemas.microsoft.com/office/drawing/2014/main" id="{BE4B557F-03BA-4763-6E49-C1EB0A6C9673}"/>
              </a:ext>
            </a:extLst>
          </p:cNvPr>
          <p:cNvSpPr>
            <a:spLocks noGrp="1"/>
          </p:cNvSpPr>
          <p:nvPr>
            <p:ph type="sldNum" idx="12"/>
          </p:nvPr>
        </p:nvSpPr>
        <p:spPr>
          <a:xfrm>
            <a:off x="8472458" y="4374942"/>
            <a:ext cx="548700" cy="393600"/>
          </a:xfrm>
        </p:spPr>
        <p:txBody>
          <a:bodyPr/>
          <a:lstStyle/>
          <a:p>
            <a:pPr marL="0" lvl="0" indent="0" algn="r" rtl="0">
              <a:spcBef>
                <a:spcPts val="0"/>
              </a:spcBef>
              <a:spcAft>
                <a:spcPts val="0"/>
              </a:spcAft>
              <a:buNone/>
            </a:pPr>
            <a:fld id="{00000000-1234-1234-1234-123412341234}" type="slidenum">
              <a:rPr lang="en" smtClean="0"/>
              <a:t>8</a:t>
            </a:fld>
            <a:endParaRPr lang="en"/>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4" name="Ink 53">
                <a:extLst>
                  <a:ext uri="{FF2B5EF4-FFF2-40B4-BE49-F238E27FC236}">
                    <a16:creationId xmlns:a16="http://schemas.microsoft.com/office/drawing/2014/main" id="{894E3099-FB6A-0617-68BD-C3671F6952A2}"/>
                  </a:ext>
                </a:extLst>
              </p14:cNvPr>
              <p14:cNvContentPartPr/>
              <p14:nvPr/>
            </p14:nvContentPartPr>
            <p14:xfrm>
              <a:off x="1603331" y="408154"/>
              <a:ext cx="360" cy="360"/>
            </p14:xfrm>
          </p:contentPart>
        </mc:Choice>
        <mc:Fallback xmlns="">
          <p:pic>
            <p:nvPicPr>
              <p:cNvPr id="54" name="Ink 53">
                <a:extLst>
                  <a:ext uri="{FF2B5EF4-FFF2-40B4-BE49-F238E27FC236}">
                    <a16:creationId xmlns:a16="http://schemas.microsoft.com/office/drawing/2014/main" id="{894E3099-FB6A-0617-68BD-C3671F6952A2}"/>
                  </a:ext>
                </a:extLst>
              </p:cNvPr>
              <p:cNvPicPr/>
              <p:nvPr/>
            </p:nvPicPr>
            <p:blipFill>
              <a:blip r:embed="rId37"/>
              <a:stretch>
                <a:fillRect/>
              </a:stretch>
            </p:blipFill>
            <p:spPr>
              <a:xfrm>
                <a:off x="1594691" y="399154"/>
                <a:ext cx="18000" cy="18000"/>
              </a:xfrm>
              <a:prstGeom prst="rect">
                <a:avLst/>
              </a:prstGeom>
            </p:spPr>
          </p:pic>
        </mc:Fallback>
      </mc:AlternateContent>
      <p:pic>
        <p:nvPicPr>
          <p:cNvPr id="8" name="Picture 7">
            <a:extLst>
              <a:ext uri="{FF2B5EF4-FFF2-40B4-BE49-F238E27FC236}">
                <a16:creationId xmlns:a16="http://schemas.microsoft.com/office/drawing/2014/main" id="{6BE0B530-4FE9-5051-E262-405FEDFAF3B8}"/>
              </a:ext>
            </a:extLst>
          </p:cNvPr>
          <p:cNvPicPr>
            <a:picLocks noChangeAspect="1"/>
          </p:cNvPicPr>
          <p:nvPr/>
        </p:nvPicPr>
        <p:blipFill>
          <a:blip r:embed="rId38"/>
          <a:stretch>
            <a:fillRect/>
          </a:stretch>
        </p:blipFill>
        <p:spPr>
          <a:xfrm>
            <a:off x="77752" y="513808"/>
            <a:ext cx="5820692" cy="462969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3C1B38-BAD6-1674-EBCF-18A66E8F50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362909-65F9-DD69-E1F9-12555E01B13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
        <p:nvSpPr>
          <p:cNvPr id="2" name="Title 1">
            <a:extLst>
              <a:ext uri="{FF2B5EF4-FFF2-40B4-BE49-F238E27FC236}">
                <a16:creationId xmlns:a16="http://schemas.microsoft.com/office/drawing/2014/main" id="{44ED1E71-B19C-BA35-473B-91929E1C6D8E}"/>
              </a:ext>
            </a:extLst>
          </p:cNvPr>
          <p:cNvSpPr>
            <a:spLocks noGrp="1"/>
          </p:cNvSpPr>
          <p:nvPr>
            <p:ph type="title"/>
          </p:nvPr>
        </p:nvSpPr>
        <p:spPr>
          <a:xfrm>
            <a:off x="-74380" y="-97710"/>
            <a:ext cx="8520600" cy="572700"/>
          </a:xfrm>
        </p:spPr>
        <p:txBody>
          <a:bodyPr>
            <a:normAutofit/>
          </a:bodyPr>
          <a:lstStyle/>
          <a:p>
            <a:r>
              <a:rPr lang="en-US" sz="1800" dirty="0"/>
              <a:t>ER DIAGRAM</a:t>
            </a:r>
          </a:p>
        </p:txBody>
      </p:sp>
      <p:pic>
        <p:nvPicPr>
          <p:cNvPr id="7" name="Picture 6">
            <a:extLst>
              <a:ext uri="{FF2B5EF4-FFF2-40B4-BE49-F238E27FC236}">
                <a16:creationId xmlns:a16="http://schemas.microsoft.com/office/drawing/2014/main" id="{0E95E2CF-7DDE-54F9-CF1C-6102896FD3F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525" y="408868"/>
            <a:ext cx="6720453" cy="4611273"/>
          </a:xfrm>
          <a:prstGeom prst="rect">
            <a:avLst/>
          </a:prstGeom>
          <a:noFill/>
          <a:ln>
            <a:noFill/>
          </a:ln>
        </p:spPr>
      </p:pic>
    </p:spTree>
    <p:extLst>
      <p:ext uri="{BB962C8B-B14F-4D97-AF65-F5344CB8AC3E}">
        <p14:creationId xmlns:p14="http://schemas.microsoft.com/office/powerpoint/2010/main" val="1365583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Proposed Methodology</a:t>
            </a:r>
            <a:endParaRPr dirty="0"/>
          </a:p>
        </p:txBody>
      </p:sp>
      <p:sp>
        <p:nvSpPr>
          <p:cNvPr id="107" name="Google Shape;107;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US" dirty="0"/>
              <a:t>Waterfall model</a:t>
            </a:r>
          </a:p>
          <a:p>
            <a:pPr marL="457200" lvl="0" indent="-342900" algn="l" rtl="0">
              <a:spcBef>
                <a:spcPts val="0"/>
              </a:spcBef>
              <a:spcAft>
                <a:spcPts val="0"/>
              </a:spcAft>
              <a:buSzPts val="1800"/>
              <a:buChar char="●"/>
            </a:pPr>
            <a:r>
              <a:rPr lang="en-US" dirty="0"/>
              <a:t>Outline of Development Stages :</a:t>
            </a:r>
          </a:p>
        </p:txBody>
      </p:sp>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1D67D797-553D-F154-AAA7-364FBA9D4F25}"/>
                  </a:ext>
                </a:extLst>
              </p14:cNvPr>
              <p14:cNvContentPartPr/>
              <p14:nvPr/>
            </p14:nvContentPartPr>
            <p14:xfrm>
              <a:off x="-784154" y="2082520"/>
              <a:ext cx="360" cy="360"/>
            </p14:xfrm>
          </p:contentPart>
        </mc:Choice>
        <mc:Fallback xmlns="">
          <p:pic>
            <p:nvPicPr>
              <p:cNvPr id="17" name="Ink 16">
                <a:extLst>
                  <a:ext uri="{FF2B5EF4-FFF2-40B4-BE49-F238E27FC236}">
                    <a16:creationId xmlns:a16="http://schemas.microsoft.com/office/drawing/2014/main" id="{1D67D797-553D-F154-AAA7-364FBA9D4F25}"/>
                  </a:ext>
                </a:extLst>
              </p:cNvPr>
              <p:cNvPicPr/>
              <p:nvPr/>
            </p:nvPicPr>
            <p:blipFill>
              <a:blip r:embed="rId12"/>
              <a:stretch>
                <a:fillRect/>
              </a:stretch>
            </p:blipFill>
            <p:spPr>
              <a:xfrm>
                <a:off x="-790274" y="207640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B00FC075-1246-224F-BD43-8ED273E01C47}"/>
                  </a:ext>
                </a:extLst>
              </p14:cNvPr>
              <p14:cNvContentPartPr/>
              <p14:nvPr/>
            </p14:nvContentPartPr>
            <p14:xfrm>
              <a:off x="-820440" y="2082520"/>
              <a:ext cx="360" cy="360"/>
            </p14:xfrm>
          </p:contentPart>
        </mc:Choice>
        <mc:Fallback xmlns="">
          <p:pic>
            <p:nvPicPr>
              <p:cNvPr id="18" name="Ink 17">
                <a:extLst>
                  <a:ext uri="{FF2B5EF4-FFF2-40B4-BE49-F238E27FC236}">
                    <a16:creationId xmlns:a16="http://schemas.microsoft.com/office/drawing/2014/main" id="{B00FC075-1246-224F-BD43-8ED273E01C47}"/>
                  </a:ext>
                </a:extLst>
              </p:cNvPr>
              <p:cNvPicPr/>
              <p:nvPr/>
            </p:nvPicPr>
            <p:blipFill>
              <a:blip r:embed="rId12"/>
              <a:stretch>
                <a:fillRect/>
              </a:stretch>
            </p:blipFill>
            <p:spPr>
              <a:xfrm>
                <a:off x="-826560" y="2076400"/>
                <a:ext cx="12600" cy="12600"/>
              </a:xfrm>
              <a:prstGeom prst="rect">
                <a:avLst/>
              </a:prstGeom>
            </p:spPr>
          </p:pic>
        </mc:Fallback>
      </mc:AlternateContent>
      <p:sp>
        <p:nvSpPr>
          <p:cNvPr id="2" name="Slide Number Placeholder 1">
            <a:extLst>
              <a:ext uri="{FF2B5EF4-FFF2-40B4-BE49-F238E27FC236}">
                <a16:creationId xmlns:a16="http://schemas.microsoft.com/office/drawing/2014/main" id="{6A5B5005-EAB5-D544-5D77-11E01A1EBAB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pic>
        <p:nvPicPr>
          <p:cNvPr id="1026" name="Picture 2" descr="SDLC - Waterfall Model">
            <a:extLst>
              <a:ext uri="{FF2B5EF4-FFF2-40B4-BE49-F238E27FC236}">
                <a16:creationId xmlns:a16="http://schemas.microsoft.com/office/drawing/2014/main" id="{669B6B55-0E96-84B3-A0D9-D3FAD21B619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48884" y="1303795"/>
            <a:ext cx="4955987" cy="33122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Tools and Technologies</a:t>
            </a:r>
            <a:endParaRPr/>
          </a:p>
        </p:txBody>
      </p:sp>
      <p:sp>
        <p:nvSpPr>
          <p:cNvPr id="113" name="Google Shape;113;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Programming Language: PHP</a:t>
            </a:r>
            <a:endParaRPr dirty="0"/>
          </a:p>
          <a:p>
            <a:pPr marL="457200" lvl="0" indent="-342900" algn="l" rtl="0">
              <a:spcBef>
                <a:spcPts val="0"/>
              </a:spcBef>
              <a:spcAft>
                <a:spcPts val="0"/>
              </a:spcAft>
              <a:buSzPts val="1800"/>
              <a:buChar char="●"/>
            </a:pPr>
            <a:r>
              <a:rPr lang="en" dirty="0"/>
              <a:t>Database: MySQL</a:t>
            </a:r>
            <a:endParaRPr dirty="0"/>
          </a:p>
          <a:p>
            <a:pPr marL="457200" lvl="0" indent="-342900" algn="l" rtl="0">
              <a:spcBef>
                <a:spcPts val="0"/>
              </a:spcBef>
              <a:spcAft>
                <a:spcPts val="0"/>
              </a:spcAft>
              <a:buSzPts val="1800"/>
              <a:buChar char="●"/>
            </a:pPr>
            <a:r>
              <a:rPr lang="en" dirty="0"/>
              <a:t>Front-end: HTML, CSS, JavaScript</a:t>
            </a:r>
            <a:endParaRPr dirty="0"/>
          </a:p>
          <a:p>
            <a:pPr marL="457200" lvl="0" indent="-342900" algn="l" rtl="0">
              <a:spcBef>
                <a:spcPts val="0"/>
              </a:spcBef>
              <a:spcAft>
                <a:spcPts val="0"/>
              </a:spcAft>
              <a:buSzPts val="1800"/>
              <a:buChar char="●"/>
            </a:pPr>
            <a:r>
              <a:rPr lang="en" dirty="0"/>
              <a:t>Server: Apache </a:t>
            </a:r>
          </a:p>
          <a:p>
            <a:pPr marL="457200" lvl="0" indent="-342900" algn="l" rtl="0">
              <a:spcBef>
                <a:spcPts val="0"/>
              </a:spcBef>
              <a:spcAft>
                <a:spcPts val="0"/>
              </a:spcAft>
              <a:buSzPts val="1800"/>
              <a:buChar char="●"/>
            </a:pPr>
            <a:endParaRPr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69E6A70-BBB6-D5FD-C599-42CDD574B48D}"/>
                  </a:ext>
                </a:extLst>
              </p14:cNvPr>
              <p14:cNvContentPartPr/>
              <p14:nvPr/>
            </p14:nvContentPartPr>
            <p14:xfrm>
              <a:off x="4397686" y="2684857"/>
              <a:ext cx="360" cy="360"/>
            </p14:xfrm>
          </p:contentPart>
        </mc:Choice>
        <mc:Fallback xmlns="">
          <p:pic>
            <p:nvPicPr>
              <p:cNvPr id="2" name="Ink 1">
                <a:extLst>
                  <a:ext uri="{FF2B5EF4-FFF2-40B4-BE49-F238E27FC236}">
                    <a16:creationId xmlns:a16="http://schemas.microsoft.com/office/drawing/2014/main" id="{469E6A70-BBB6-D5FD-C599-42CDD574B48D}"/>
                  </a:ext>
                </a:extLst>
              </p:cNvPr>
              <p:cNvPicPr/>
              <p:nvPr/>
            </p:nvPicPr>
            <p:blipFill>
              <a:blip r:embed="rId4"/>
              <a:stretch>
                <a:fillRect/>
              </a:stretch>
            </p:blipFill>
            <p:spPr>
              <a:xfrm>
                <a:off x="4391566" y="267873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CEF523B8-751E-FD90-EC70-6240DED73AFC}"/>
                  </a:ext>
                </a:extLst>
              </p14:cNvPr>
              <p14:cNvContentPartPr/>
              <p14:nvPr/>
            </p14:nvContentPartPr>
            <p14:xfrm>
              <a:off x="3707926" y="2786377"/>
              <a:ext cx="360" cy="360"/>
            </p14:xfrm>
          </p:contentPart>
        </mc:Choice>
        <mc:Fallback xmlns="">
          <p:pic>
            <p:nvPicPr>
              <p:cNvPr id="3" name="Ink 2">
                <a:extLst>
                  <a:ext uri="{FF2B5EF4-FFF2-40B4-BE49-F238E27FC236}">
                    <a16:creationId xmlns:a16="http://schemas.microsoft.com/office/drawing/2014/main" id="{CEF523B8-751E-FD90-EC70-6240DED73AFC}"/>
                  </a:ext>
                </a:extLst>
              </p:cNvPr>
              <p:cNvPicPr/>
              <p:nvPr/>
            </p:nvPicPr>
            <p:blipFill>
              <a:blip r:embed="rId4"/>
              <a:stretch>
                <a:fillRect/>
              </a:stretch>
            </p:blipFill>
            <p:spPr>
              <a:xfrm>
                <a:off x="3701806" y="2780257"/>
                <a:ext cx="12600" cy="12600"/>
              </a:xfrm>
              <a:prstGeom prst="rect">
                <a:avLst/>
              </a:prstGeom>
            </p:spPr>
          </p:pic>
        </mc:Fallback>
      </mc:AlternateContent>
      <p:sp>
        <p:nvSpPr>
          <p:cNvPr id="4" name="Slide Number Placeholder 3">
            <a:extLst>
              <a:ext uri="{FF2B5EF4-FFF2-40B4-BE49-F238E27FC236}">
                <a16:creationId xmlns:a16="http://schemas.microsoft.com/office/drawing/2014/main" id="{C8668E53-C611-B2CF-D2D2-FA21A63331C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Expected Outcomes</a:t>
            </a:r>
            <a:endParaRPr/>
          </a:p>
        </p:txBody>
      </p:sp>
      <p:sp>
        <p:nvSpPr>
          <p:cNvPr id="119" name="Google Shape;119;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US" dirty="0"/>
              <a:t>Successful user and admin log in</a:t>
            </a:r>
          </a:p>
          <a:p>
            <a:pPr marL="457200" lvl="0" indent="-342900" algn="l" rtl="0">
              <a:spcBef>
                <a:spcPts val="0"/>
              </a:spcBef>
              <a:spcAft>
                <a:spcPts val="0"/>
              </a:spcAft>
              <a:buSzPts val="1800"/>
              <a:buChar char="●"/>
            </a:pPr>
            <a:r>
              <a:rPr lang="en-US" dirty="0"/>
              <a:t>Correct anonymity toggle</a:t>
            </a:r>
          </a:p>
          <a:p>
            <a:pPr marL="457200" lvl="0" indent="-342900" algn="l" rtl="0">
              <a:spcBef>
                <a:spcPts val="0"/>
              </a:spcBef>
              <a:spcAft>
                <a:spcPts val="0"/>
              </a:spcAft>
              <a:buSzPts val="1800"/>
              <a:buChar char="●"/>
            </a:pPr>
            <a:r>
              <a:rPr lang="en-US" dirty="0"/>
              <a:t>Successful Room Creation and View</a:t>
            </a:r>
          </a:p>
          <a:p>
            <a:pPr marL="457200" lvl="0" indent="-342900" algn="l" rtl="0">
              <a:spcBef>
                <a:spcPts val="0"/>
              </a:spcBef>
              <a:spcAft>
                <a:spcPts val="0"/>
              </a:spcAft>
              <a:buSzPts val="1800"/>
              <a:buChar char="●"/>
            </a:pPr>
            <a:r>
              <a:rPr lang="en-US" dirty="0"/>
              <a:t>Successful submission</a:t>
            </a:r>
          </a:p>
          <a:p>
            <a:pPr marL="457200" lvl="0" indent="-342900" algn="l" rtl="0">
              <a:spcBef>
                <a:spcPts val="0"/>
              </a:spcBef>
              <a:spcAft>
                <a:spcPts val="0"/>
              </a:spcAft>
              <a:buSzPts val="1800"/>
              <a:buChar char="●"/>
            </a:pPr>
            <a:r>
              <a:rPr lang="en-US" dirty="0"/>
              <a:t>Successfully viewing feedbacks that were submitted by the users sharing a common group</a:t>
            </a:r>
          </a:p>
          <a:p>
            <a:pPr marL="457200" lvl="0" indent="-342900" algn="l" rtl="0">
              <a:spcBef>
                <a:spcPts val="0"/>
              </a:spcBef>
              <a:spcAft>
                <a:spcPts val="0"/>
              </a:spcAft>
              <a:buSzPts val="1800"/>
              <a:buChar char="●"/>
            </a:pPr>
            <a:r>
              <a:rPr lang="en-US" dirty="0"/>
              <a:t>Successful administrative actions such as deleting feedbacks and users</a:t>
            </a:r>
            <a:endParaRPr dirty="0"/>
          </a:p>
        </p:txBody>
      </p:sp>
      <p:sp>
        <p:nvSpPr>
          <p:cNvPr id="2" name="Slide Number Placeholder 1">
            <a:extLst>
              <a:ext uri="{FF2B5EF4-FFF2-40B4-BE49-F238E27FC236}">
                <a16:creationId xmlns:a16="http://schemas.microsoft.com/office/drawing/2014/main" id="{84F56B6E-D669-FF18-009C-47BB927351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Project Timeline (Gantt Chart)</a:t>
            </a:r>
            <a:endParaRPr dirty="0"/>
          </a:p>
        </p:txBody>
      </p:sp>
      <p:sp>
        <p:nvSpPr>
          <p:cNvPr id="125" name="Google Shape;125;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Gantt chart diagram only</a:t>
            </a:r>
            <a:endParaRPr dirty="0"/>
          </a:p>
        </p:txBody>
      </p:sp>
      <p:pic>
        <p:nvPicPr>
          <p:cNvPr id="3" name="Picture 2">
            <a:extLst>
              <a:ext uri="{FF2B5EF4-FFF2-40B4-BE49-F238E27FC236}">
                <a16:creationId xmlns:a16="http://schemas.microsoft.com/office/drawing/2014/main" id="{6C9FEC96-6271-AF15-2B36-AE8F34EA922E}"/>
              </a:ext>
            </a:extLst>
          </p:cNvPr>
          <p:cNvPicPr>
            <a:picLocks noChangeAspect="1"/>
          </p:cNvPicPr>
          <p:nvPr/>
        </p:nvPicPr>
        <p:blipFill>
          <a:blip r:embed="rId3"/>
          <a:stretch>
            <a:fillRect/>
          </a:stretch>
        </p:blipFill>
        <p:spPr>
          <a:xfrm>
            <a:off x="311700" y="882133"/>
            <a:ext cx="6773220" cy="4163006"/>
          </a:xfrm>
          <a:prstGeom prst="rect">
            <a:avLst/>
          </a:prstGeom>
        </p:spPr>
      </p:pic>
      <p:sp>
        <p:nvSpPr>
          <p:cNvPr id="2" name="Slide Number Placeholder 1">
            <a:extLst>
              <a:ext uri="{FF2B5EF4-FFF2-40B4-BE49-F238E27FC236}">
                <a16:creationId xmlns:a16="http://schemas.microsoft.com/office/drawing/2014/main" id="{1F4EBE98-DDD0-880B-B8A4-490B3BF5D2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
        <p:nvSpPr>
          <p:cNvPr id="6" name="Rectangle 5">
            <a:extLst>
              <a:ext uri="{FF2B5EF4-FFF2-40B4-BE49-F238E27FC236}">
                <a16:creationId xmlns:a16="http://schemas.microsoft.com/office/drawing/2014/main" id="{6353117C-339F-7698-08FC-F9568CF211B7}"/>
              </a:ext>
            </a:extLst>
          </p:cNvPr>
          <p:cNvSpPr/>
          <p:nvPr/>
        </p:nvSpPr>
        <p:spPr>
          <a:xfrm>
            <a:off x="6226629" y="2069592"/>
            <a:ext cx="265610" cy="4571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889BBD77-BB75-3FB6-A679-D7C28AE446CA}"/>
              </a:ext>
            </a:extLst>
          </p:cNvPr>
          <p:cNvSpPr/>
          <p:nvPr/>
        </p:nvSpPr>
        <p:spPr>
          <a:xfrm>
            <a:off x="4132581" y="2895057"/>
            <a:ext cx="279400" cy="61503"/>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8996FEF6-9664-E526-4F05-A448214CC425}"/>
              </a:ext>
            </a:extLst>
          </p:cNvPr>
          <p:cNvSpPr/>
          <p:nvPr/>
        </p:nvSpPr>
        <p:spPr>
          <a:xfrm>
            <a:off x="6492239" y="1987250"/>
            <a:ext cx="183895" cy="4571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AA29A8C-6B23-8CD0-509E-0C8BF1D4C559}"/>
              </a:ext>
            </a:extLst>
          </p:cNvPr>
          <p:cNvSpPr/>
          <p:nvPr/>
        </p:nvSpPr>
        <p:spPr>
          <a:xfrm>
            <a:off x="3644970" y="3176997"/>
            <a:ext cx="203130" cy="46263"/>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73BBCE6-0EDC-D117-BCA7-360BDBEAC7A8}"/>
              </a:ext>
            </a:extLst>
          </p:cNvPr>
          <p:cNvSpPr/>
          <p:nvPr/>
        </p:nvSpPr>
        <p:spPr>
          <a:xfrm>
            <a:off x="3418980" y="3918656"/>
            <a:ext cx="203130" cy="462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F826660-97BD-C339-AEB7-963188CB42A7}"/>
              </a:ext>
            </a:extLst>
          </p:cNvPr>
          <p:cNvSpPr/>
          <p:nvPr/>
        </p:nvSpPr>
        <p:spPr>
          <a:xfrm>
            <a:off x="3644970" y="3090275"/>
            <a:ext cx="309810" cy="45719"/>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CCE2343-1D28-E4C7-EDA1-3ECD74761E3C}"/>
              </a:ext>
            </a:extLst>
          </p:cNvPr>
          <p:cNvSpPr/>
          <p:nvPr/>
        </p:nvSpPr>
        <p:spPr>
          <a:xfrm>
            <a:off x="3893820" y="2995933"/>
            <a:ext cx="309810" cy="45719"/>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63750-7196-A210-3D36-03412901CA57}"/>
              </a:ext>
            </a:extLst>
          </p:cNvPr>
          <p:cNvSpPr/>
          <p:nvPr/>
        </p:nvSpPr>
        <p:spPr>
          <a:xfrm>
            <a:off x="3418980" y="3918655"/>
            <a:ext cx="203130" cy="46263"/>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9C4700DC-37A4-9BFD-1585-24825CE9CCDD}"/>
              </a:ext>
            </a:extLst>
          </p:cNvPr>
          <p:cNvSpPr/>
          <p:nvPr/>
        </p:nvSpPr>
        <p:spPr>
          <a:xfrm>
            <a:off x="3317415" y="4015305"/>
            <a:ext cx="203130" cy="46263"/>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CFF2DAE5-A6D3-ADBA-DCA0-166F870EC4E5}"/>
              </a:ext>
            </a:extLst>
          </p:cNvPr>
          <p:cNvSpPr/>
          <p:nvPr/>
        </p:nvSpPr>
        <p:spPr>
          <a:xfrm>
            <a:off x="3208230" y="4104334"/>
            <a:ext cx="203130" cy="46263"/>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BC3FA237-8B5D-B712-977F-592632257348}"/>
              </a:ext>
            </a:extLst>
          </p:cNvPr>
          <p:cNvSpPr/>
          <p:nvPr/>
        </p:nvSpPr>
        <p:spPr>
          <a:xfrm>
            <a:off x="7269620" y="3880826"/>
            <a:ext cx="279400" cy="61503"/>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0870F3F4-64BB-0B81-716E-BCCE14F8AC7C}"/>
              </a:ext>
            </a:extLst>
          </p:cNvPr>
          <p:cNvSpPr txBox="1"/>
          <p:nvPr/>
        </p:nvSpPr>
        <p:spPr>
          <a:xfrm>
            <a:off x="7549020" y="3773152"/>
            <a:ext cx="756938" cy="261610"/>
          </a:xfrm>
          <a:prstGeom prst="rect">
            <a:avLst/>
          </a:prstGeom>
          <a:noFill/>
        </p:spPr>
        <p:txBody>
          <a:bodyPr wrap="none" rtlCol="0">
            <a:spAutoFit/>
          </a:bodyPr>
          <a:lstStyle/>
          <a:p>
            <a:r>
              <a:rPr lang="en-US" sz="1100" dirty="0"/>
              <a:t>complete</a:t>
            </a:r>
          </a:p>
        </p:txBody>
      </p:sp>
      <p:sp>
        <p:nvSpPr>
          <p:cNvPr id="19" name="Rectangle 18">
            <a:extLst>
              <a:ext uri="{FF2B5EF4-FFF2-40B4-BE49-F238E27FC236}">
                <a16:creationId xmlns:a16="http://schemas.microsoft.com/office/drawing/2014/main" id="{DAE128B5-FD23-9BFA-128F-A3C630B2B7E9}"/>
              </a:ext>
            </a:extLst>
          </p:cNvPr>
          <p:cNvSpPr/>
          <p:nvPr/>
        </p:nvSpPr>
        <p:spPr>
          <a:xfrm>
            <a:off x="7269620" y="4130480"/>
            <a:ext cx="279400" cy="61503"/>
          </a:xfrm>
          <a:prstGeom prst="rect">
            <a:avLst/>
          </a:prstGeom>
          <a:solidFill>
            <a:schemeClr val="accent6"/>
          </a:solidFill>
          <a:ln>
            <a:solidFill>
              <a:schemeClr val="accent6"/>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DAE02C97-E7CE-10BC-BD41-4B9119ADC64C}"/>
              </a:ext>
            </a:extLst>
          </p:cNvPr>
          <p:cNvSpPr txBox="1"/>
          <p:nvPr/>
        </p:nvSpPr>
        <p:spPr>
          <a:xfrm>
            <a:off x="7592073" y="4030426"/>
            <a:ext cx="888385" cy="261610"/>
          </a:xfrm>
          <a:prstGeom prst="rect">
            <a:avLst/>
          </a:prstGeom>
          <a:noFill/>
        </p:spPr>
        <p:txBody>
          <a:bodyPr wrap="none" rtlCol="0">
            <a:spAutoFit/>
          </a:bodyPr>
          <a:lstStyle/>
          <a:p>
            <a:r>
              <a:rPr lang="en-US" sz="1100" dirty="0"/>
              <a:t>In progress</a:t>
            </a:r>
          </a:p>
        </p:txBody>
      </p:sp>
      <p:sp>
        <p:nvSpPr>
          <p:cNvPr id="21" name="Rectangle 20">
            <a:extLst>
              <a:ext uri="{FF2B5EF4-FFF2-40B4-BE49-F238E27FC236}">
                <a16:creationId xmlns:a16="http://schemas.microsoft.com/office/drawing/2014/main" id="{53C332E1-1399-B611-3145-DB7A86BC3917}"/>
              </a:ext>
            </a:extLst>
          </p:cNvPr>
          <p:cNvSpPr/>
          <p:nvPr/>
        </p:nvSpPr>
        <p:spPr>
          <a:xfrm>
            <a:off x="3644970" y="3270744"/>
            <a:ext cx="65970" cy="46263"/>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AE3003E0-D698-7BD2-4467-D9F9BC918353}"/>
              </a:ext>
            </a:extLst>
          </p:cNvPr>
          <p:cNvSpPr/>
          <p:nvPr/>
        </p:nvSpPr>
        <p:spPr>
          <a:xfrm>
            <a:off x="3644970" y="3381121"/>
            <a:ext cx="65970" cy="46263"/>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830505EA-53FF-EC86-F2D5-E5AADC04147A}"/>
              </a:ext>
            </a:extLst>
          </p:cNvPr>
          <p:cNvSpPr/>
          <p:nvPr/>
        </p:nvSpPr>
        <p:spPr>
          <a:xfrm>
            <a:off x="3634845" y="3468366"/>
            <a:ext cx="65970" cy="46263"/>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7805E674-7BD9-88E2-A7A2-F46AAC7CFC6E}"/>
              </a:ext>
            </a:extLst>
          </p:cNvPr>
          <p:cNvSpPr/>
          <p:nvPr/>
        </p:nvSpPr>
        <p:spPr>
          <a:xfrm>
            <a:off x="3642465" y="3549970"/>
            <a:ext cx="65970" cy="46263"/>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A862400A-127F-DDFA-7812-79CBCE1B313C}"/>
              </a:ext>
            </a:extLst>
          </p:cNvPr>
          <p:cNvSpPr/>
          <p:nvPr/>
        </p:nvSpPr>
        <p:spPr>
          <a:xfrm>
            <a:off x="3576495" y="3653838"/>
            <a:ext cx="65970" cy="46263"/>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E5E61350-6941-6935-9892-EB6908798592}"/>
              </a:ext>
            </a:extLst>
          </p:cNvPr>
          <p:cNvSpPr/>
          <p:nvPr/>
        </p:nvSpPr>
        <p:spPr>
          <a:xfrm>
            <a:off x="3589230" y="3747212"/>
            <a:ext cx="65970" cy="46263"/>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1E2485EA-08F6-8949-3124-971836C9779B}"/>
              </a:ext>
            </a:extLst>
          </p:cNvPr>
          <p:cNvSpPr/>
          <p:nvPr/>
        </p:nvSpPr>
        <p:spPr>
          <a:xfrm>
            <a:off x="3528270" y="3824313"/>
            <a:ext cx="93840" cy="45719"/>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5FA49C26-B1DD-F8F0-9464-589C23310137}"/>
              </a:ext>
            </a:extLst>
          </p:cNvPr>
          <p:cNvSpPr/>
          <p:nvPr/>
        </p:nvSpPr>
        <p:spPr>
          <a:xfrm>
            <a:off x="2959380" y="4568875"/>
            <a:ext cx="134340" cy="45719"/>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3ABCC032-35D2-DB6D-D346-7DD2660916BC}"/>
              </a:ext>
            </a:extLst>
          </p:cNvPr>
          <p:cNvSpPr/>
          <p:nvPr/>
        </p:nvSpPr>
        <p:spPr>
          <a:xfrm>
            <a:off x="3042000" y="4472225"/>
            <a:ext cx="166230" cy="45719"/>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76FFF14C-3A8D-5C32-3700-7825D08AD86D}"/>
              </a:ext>
            </a:extLst>
          </p:cNvPr>
          <p:cNvSpPr/>
          <p:nvPr/>
        </p:nvSpPr>
        <p:spPr>
          <a:xfrm>
            <a:off x="3193905" y="4306994"/>
            <a:ext cx="75285" cy="45719"/>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DA17DD64-F7A6-35AA-55E1-97A2AF604BC4}"/>
              </a:ext>
            </a:extLst>
          </p:cNvPr>
          <p:cNvSpPr/>
          <p:nvPr/>
        </p:nvSpPr>
        <p:spPr>
          <a:xfrm>
            <a:off x="3132945" y="4389609"/>
            <a:ext cx="136245" cy="45719"/>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8120CE5-409F-F55C-C4F8-CA3A9886F039}"/>
              </a:ext>
            </a:extLst>
          </p:cNvPr>
          <p:cNvSpPr/>
          <p:nvPr/>
        </p:nvSpPr>
        <p:spPr>
          <a:xfrm>
            <a:off x="7277240" y="4396663"/>
            <a:ext cx="279400" cy="755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34" name="TextBox 33">
            <a:extLst>
              <a:ext uri="{FF2B5EF4-FFF2-40B4-BE49-F238E27FC236}">
                <a16:creationId xmlns:a16="http://schemas.microsoft.com/office/drawing/2014/main" id="{759CA49C-85CC-A0A6-4C63-7E7BA81C2F29}"/>
              </a:ext>
            </a:extLst>
          </p:cNvPr>
          <p:cNvSpPr txBox="1"/>
          <p:nvPr/>
        </p:nvSpPr>
        <p:spPr>
          <a:xfrm>
            <a:off x="7581422" y="4289451"/>
            <a:ext cx="553357" cy="261610"/>
          </a:xfrm>
          <a:prstGeom prst="rect">
            <a:avLst/>
          </a:prstGeom>
          <a:noFill/>
        </p:spPr>
        <p:txBody>
          <a:bodyPr wrap="none" rtlCol="0">
            <a:spAutoFit/>
          </a:bodyPr>
          <a:lstStyle/>
          <a:p>
            <a:r>
              <a:rPr lang="en-US" sz="1100" dirty="0"/>
              <a:t>To-do</a:t>
            </a:r>
          </a:p>
        </p:txBody>
      </p:sp>
      <p:sp>
        <p:nvSpPr>
          <p:cNvPr id="4" name="Rectangle 3">
            <a:extLst>
              <a:ext uri="{FF2B5EF4-FFF2-40B4-BE49-F238E27FC236}">
                <a16:creationId xmlns:a16="http://schemas.microsoft.com/office/drawing/2014/main" id="{93C6E137-57F1-8264-B8A8-940A8A016872}"/>
              </a:ext>
            </a:extLst>
          </p:cNvPr>
          <p:cNvSpPr/>
          <p:nvPr/>
        </p:nvSpPr>
        <p:spPr>
          <a:xfrm>
            <a:off x="4386581" y="2814956"/>
            <a:ext cx="330562" cy="45719"/>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4AE0120F-2B95-1D12-A53D-92B341AE69AC}"/>
              </a:ext>
            </a:extLst>
          </p:cNvPr>
          <p:cNvSpPr/>
          <p:nvPr/>
        </p:nvSpPr>
        <p:spPr>
          <a:xfrm>
            <a:off x="4640720" y="2719071"/>
            <a:ext cx="279400" cy="61503"/>
          </a:xfrm>
          <a:prstGeom prst="rect">
            <a:avLst/>
          </a:prstGeom>
          <a:solidFill>
            <a:srgbClr val="00B050"/>
          </a:solidFill>
          <a:ln>
            <a:solidFill>
              <a:srgbClr val="00B05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23C3B5CE-571B-2556-43A4-A70D731853F5}"/>
              </a:ext>
            </a:extLst>
          </p:cNvPr>
          <p:cNvSpPr/>
          <p:nvPr/>
        </p:nvSpPr>
        <p:spPr>
          <a:xfrm>
            <a:off x="4833256" y="2635796"/>
            <a:ext cx="375557" cy="45719"/>
          </a:xfrm>
          <a:prstGeom prst="rect">
            <a:avLst/>
          </a:prstGeom>
          <a:solidFill>
            <a:schemeClr val="accent6"/>
          </a:solidFill>
          <a:ln>
            <a:solidFill>
              <a:schemeClr val="accent6"/>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77A0DDB6-4004-91B0-2475-26E021EFC26F}"/>
              </a:ext>
            </a:extLst>
          </p:cNvPr>
          <p:cNvSpPr/>
          <p:nvPr/>
        </p:nvSpPr>
        <p:spPr>
          <a:xfrm>
            <a:off x="5143377" y="2533292"/>
            <a:ext cx="375557" cy="63162"/>
          </a:xfrm>
          <a:prstGeom prst="rect">
            <a:avLst/>
          </a:prstGeom>
          <a:solidFill>
            <a:schemeClr val="accent6"/>
          </a:solidFill>
          <a:ln>
            <a:solidFill>
              <a:schemeClr val="accent6"/>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4B83AE8-B0DD-BF3F-483B-9CD670974A8C}"/>
              </a:ext>
            </a:extLst>
          </p:cNvPr>
          <p:cNvPicPr>
            <a:picLocks noChangeAspect="1"/>
          </p:cNvPicPr>
          <p:nvPr/>
        </p:nvPicPr>
        <p:blipFill>
          <a:blip r:embed="rId2"/>
          <a:stretch>
            <a:fillRect/>
          </a:stretch>
        </p:blipFill>
        <p:spPr>
          <a:xfrm>
            <a:off x="-116116" y="0"/>
            <a:ext cx="9488663" cy="4586022"/>
          </a:xfrm>
          <a:prstGeom prst="rect">
            <a:avLst/>
          </a:prstGeom>
        </p:spPr>
      </p:pic>
      <p:sp>
        <p:nvSpPr>
          <p:cNvPr id="2" name="Title 1">
            <a:extLst>
              <a:ext uri="{FF2B5EF4-FFF2-40B4-BE49-F238E27FC236}">
                <a16:creationId xmlns:a16="http://schemas.microsoft.com/office/drawing/2014/main" id="{BAA1A1B3-115C-5AB8-6EB9-DCB887DE3784}"/>
              </a:ext>
            </a:extLst>
          </p:cNvPr>
          <p:cNvSpPr>
            <a:spLocks noGrp="1"/>
          </p:cNvSpPr>
          <p:nvPr>
            <p:ph type="title"/>
          </p:nvPr>
        </p:nvSpPr>
        <p:spPr>
          <a:xfrm>
            <a:off x="0" y="-2691"/>
            <a:ext cx="8520600" cy="572700"/>
          </a:xfrm>
        </p:spPr>
        <p:txBody>
          <a:bodyPr>
            <a:normAutofit fontScale="90000"/>
          </a:bodyPr>
          <a:lstStyle/>
          <a:p>
            <a:r>
              <a:rPr lang="en-US" dirty="0"/>
              <a:t>Screenshots of finished web-pages</a:t>
            </a:r>
          </a:p>
        </p:txBody>
      </p:sp>
      <p:sp>
        <p:nvSpPr>
          <p:cNvPr id="3" name="Text Placeholder 2">
            <a:extLst>
              <a:ext uri="{FF2B5EF4-FFF2-40B4-BE49-F238E27FC236}">
                <a16:creationId xmlns:a16="http://schemas.microsoft.com/office/drawing/2014/main" id="{2E9ED263-1BBE-5A46-C87B-D29B9DA5A7DF}"/>
              </a:ext>
            </a:extLst>
          </p:cNvPr>
          <p:cNvSpPr>
            <a:spLocks noGrp="1"/>
          </p:cNvSpPr>
          <p:nvPr>
            <p:ph type="body" idx="1"/>
          </p:nvPr>
        </p:nvSpPr>
        <p:spPr>
          <a:xfrm>
            <a:off x="0" y="463046"/>
            <a:ext cx="8520600" cy="3416400"/>
          </a:xfrm>
        </p:spPr>
        <p:txBody>
          <a:bodyPr>
            <a:normAutofit lnSpcReduction="10000"/>
          </a:bodyPr>
          <a:lstStyle/>
          <a:p>
            <a:r>
              <a:rPr lang="en-US" dirty="0"/>
              <a:t>Register page</a:t>
            </a:r>
          </a:p>
          <a:p>
            <a:endParaRPr lang="en-US" dirty="0"/>
          </a:p>
          <a:p>
            <a:endParaRPr lang="en-US" dirty="0"/>
          </a:p>
          <a:p>
            <a:endParaRPr lang="en-US" dirty="0"/>
          </a:p>
          <a:p>
            <a:endParaRPr lang="en-US" dirty="0"/>
          </a:p>
          <a:p>
            <a:endParaRPr lang="en-US" dirty="0"/>
          </a:p>
          <a:p>
            <a:endParaRPr lang="en-US" dirty="0"/>
          </a:p>
          <a:p>
            <a:endParaRPr lang="en-US" dirty="0"/>
          </a:p>
          <a:p>
            <a:pPr marL="114300" indent="0">
              <a:buNone/>
            </a:pPr>
            <a:endParaRPr lang="en-US" dirty="0"/>
          </a:p>
          <a:p>
            <a:pPr marL="114300" indent="0">
              <a:buNone/>
            </a:pPr>
            <a:r>
              <a:rPr lang="en-US" dirty="0"/>
              <a:t>The page where user enters their username and password to register their data to the database</a:t>
            </a:r>
          </a:p>
          <a:p>
            <a:endParaRPr lang="en-US" dirty="0"/>
          </a:p>
        </p:txBody>
      </p:sp>
      <p:sp>
        <p:nvSpPr>
          <p:cNvPr id="4" name="Slide Number Placeholder 3">
            <a:extLst>
              <a:ext uri="{FF2B5EF4-FFF2-40B4-BE49-F238E27FC236}">
                <a16:creationId xmlns:a16="http://schemas.microsoft.com/office/drawing/2014/main" id="{83F5A2E0-5B46-896D-E9BF-2D89A870AA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Tree>
    <p:extLst>
      <p:ext uri="{BB962C8B-B14F-4D97-AF65-F5344CB8AC3E}">
        <p14:creationId xmlns:p14="http://schemas.microsoft.com/office/powerpoint/2010/main" val="266011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D7504-7EE2-1E26-965F-B783C63035A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7BA6037-CC48-F763-2B25-07EABD9B504D}"/>
              </a:ext>
            </a:extLst>
          </p:cNvPr>
          <p:cNvPicPr>
            <a:picLocks noChangeAspect="1"/>
          </p:cNvPicPr>
          <p:nvPr/>
        </p:nvPicPr>
        <p:blipFill>
          <a:blip r:embed="rId2"/>
          <a:stretch>
            <a:fillRect/>
          </a:stretch>
        </p:blipFill>
        <p:spPr>
          <a:xfrm>
            <a:off x="0" y="17473"/>
            <a:ext cx="9144000" cy="4414510"/>
          </a:xfrm>
          <a:prstGeom prst="rect">
            <a:avLst/>
          </a:prstGeom>
        </p:spPr>
      </p:pic>
      <p:sp>
        <p:nvSpPr>
          <p:cNvPr id="2" name="Title 1">
            <a:extLst>
              <a:ext uri="{FF2B5EF4-FFF2-40B4-BE49-F238E27FC236}">
                <a16:creationId xmlns:a16="http://schemas.microsoft.com/office/drawing/2014/main" id="{7409F164-7368-EF7F-D995-231DF8DAFDFB}"/>
              </a:ext>
            </a:extLst>
          </p:cNvPr>
          <p:cNvSpPr>
            <a:spLocks noGrp="1"/>
          </p:cNvSpPr>
          <p:nvPr>
            <p:ph type="title"/>
          </p:nvPr>
        </p:nvSpPr>
        <p:spPr>
          <a:xfrm>
            <a:off x="0" y="-2691"/>
            <a:ext cx="8520600" cy="572700"/>
          </a:xfrm>
        </p:spPr>
        <p:txBody>
          <a:bodyPr>
            <a:normAutofit fontScale="90000"/>
          </a:bodyPr>
          <a:lstStyle/>
          <a:p>
            <a:r>
              <a:rPr lang="en-US" dirty="0"/>
              <a:t>Screenshots of finished web-pages</a:t>
            </a:r>
          </a:p>
        </p:txBody>
      </p:sp>
      <p:sp>
        <p:nvSpPr>
          <p:cNvPr id="3" name="Text Placeholder 2">
            <a:extLst>
              <a:ext uri="{FF2B5EF4-FFF2-40B4-BE49-F238E27FC236}">
                <a16:creationId xmlns:a16="http://schemas.microsoft.com/office/drawing/2014/main" id="{63A88BBC-7939-84DA-2ABC-015EFF4666FD}"/>
              </a:ext>
            </a:extLst>
          </p:cNvPr>
          <p:cNvSpPr>
            <a:spLocks noGrp="1"/>
          </p:cNvSpPr>
          <p:nvPr>
            <p:ph type="body" idx="1"/>
          </p:nvPr>
        </p:nvSpPr>
        <p:spPr>
          <a:xfrm>
            <a:off x="0" y="463046"/>
            <a:ext cx="8520600" cy="3416400"/>
          </a:xfrm>
        </p:spPr>
        <p:txBody>
          <a:bodyPr/>
          <a:lstStyle/>
          <a:p>
            <a:r>
              <a:rPr lang="en-US" dirty="0"/>
              <a:t>Login page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114300" indent="0">
              <a:buNone/>
            </a:pPr>
            <a:r>
              <a:rPr lang="en-US" dirty="0"/>
              <a:t>The page where user enters valid credentials to log in and go to their respective page</a:t>
            </a:r>
          </a:p>
          <a:p>
            <a:endParaRPr lang="en-US" dirty="0"/>
          </a:p>
        </p:txBody>
      </p:sp>
      <p:sp>
        <p:nvSpPr>
          <p:cNvPr id="4" name="Slide Number Placeholder 3">
            <a:extLst>
              <a:ext uri="{FF2B5EF4-FFF2-40B4-BE49-F238E27FC236}">
                <a16:creationId xmlns:a16="http://schemas.microsoft.com/office/drawing/2014/main" id="{94FE4D9E-8C54-D267-5CB1-AC721784B6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Tree>
    <p:extLst>
      <p:ext uri="{BB962C8B-B14F-4D97-AF65-F5344CB8AC3E}">
        <p14:creationId xmlns:p14="http://schemas.microsoft.com/office/powerpoint/2010/main" val="2889882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4B605-435A-1B8B-723C-354D13AFCA4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A28D2A7-D865-AE22-2C1E-FC505BE366CC}"/>
              </a:ext>
            </a:extLst>
          </p:cNvPr>
          <p:cNvPicPr>
            <a:picLocks noChangeAspect="1"/>
          </p:cNvPicPr>
          <p:nvPr/>
        </p:nvPicPr>
        <p:blipFill>
          <a:blip r:embed="rId2"/>
          <a:stretch>
            <a:fillRect/>
          </a:stretch>
        </p:blipFill>
        <p:spPr>
          <a:xfrm>
            <a:off x="0" y="519439"/>
            <a:ext cx="9144000" cy="4393126"/>
          </a:xfrm>
          <a:prstGeom prst="rect">
            <a:avLst/>
          </a:prstGeom>
        </p:spPr>
      </p:pic>
      <p:sp>
        <p:nvSpPr>
          <p:cNvPr id="2" name="Title 1">
            <a:extLst>
              <a:ext uri="{FF2B5EF4-FFF2-40B4-BE49-F238E27FC236}">
                <a16:creationId xmlns:a16="http://schemas.microsoft.com/office/drawing/2014/main" id="{B21D08F0-D550-29A6-88AB-91EF56356544}"/>
              </a:ext>
            </a:extLst>
          </p:cNvPr>
          <p:cNvSpPr>
            <a:spLocks noGrp="1"/>
          </p:cNvSpPr>
          <p:nvPr>
            <p:ph type="title"/>
          </p:nvPr>
        </p:nvSpPr>
        <p:spPr>
          <a:xfrm>
            <a:off x="0" y="-2691"/>
            <a:ext cx="8520600" cy="572700"/>
          </a:xfrm>
        </p:spPr>
        <p:txBody>
          <a:bodyPr>
            <a:normAutofit fontScale="90000"/>
          </a:bodyPr>
          <a:lstStyle/>
          <a:p>
            <a:r>
              <a:rPr lang="en-US" dirty="0"/>
              <a:t>Screenshots of finished web-pages</a:t>
            </a:r>
          </a:p>
        </p:txBody>
      </p:sp>
      <p:sp>
        <p:nvSpPr>
          <p:cNvPr id="3" name="Text Placeholder 2">
            <a:extLst>
              <a:ext uri="{FF2B5EF4-FFF2-40B4-BE49-F238E27FC236}">
                <a16:creationId xmlns:a16="http://schemas.microsoft.com/office/drawing/2014/main" id="{0D24FDD4-D3C6-39D2-AC15-5FA8D7B6405E}"/>
              </a:ext>
            </a:extLst>
          </p:cNvPr>
          <p:cNvSpPr>
            <a:spLocks noGrp="1"/>
          </p:cNvSpPr>
          <p:nvPr>
            <p:ph type="body" idx="1"/>
          </p:nvPr>
        </p:nvSpPr>
        <p:spPr>
          <a:xfrm>
            <a:off x="0" y="463045"/>
            <a:ext cx="8520600" cy="4305267"/>
          </a:xfrm>
        </p:spPr>
        <p:txBody>
          <a:bodyPr>
            <a:normAutofit fontScale="92500" lnSpcReduction="10000"/>
          </a:bodyPr>
          <a:lstStyle/>
          <a:p>
            <a:endParaRPr lang="en-US" dirty="0"/>
          </a:p>
          <a:p>
            <a:r>
              <a:rPr lang="en-US" dirty="0">
                <a:highlight>
                  <a:srgbClr val="00FFFF"/>
                </a:highlight>
              </a:rPr>
              <a:t>Rooms page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114300" indent="0">
              <a:buNone/>
            </a:pPr>
            <a:r>
              <a:rPr lang="en-US" dirty="0"/>
              <a:t>The page a normal user sees after logging in, it consists of all the available rooms. User is able to search and create their own room.</a:t>
            </a:r>
          </a:p>
        </p:txBody>
      </p:sp>
      <p:sp>
        <p:nvSpPr>
          <p:cNvPr id="4" name="Slide Number Placeholder 3">
            <a:extLst>
              <a:ext uri="{FF2B5EF4-FFF2-40B4-BE49-F238E27FC236}">
                <a16:creationId xmlns:a16="http://schemas.microsoft.com/office/drawing/2014/main" id="{6095B0A8-45B8-3D43-DE8A-4F2E948E147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Tree>
    <p:extLst>
      <p:ext uri="{BB962C8B-B14F-4D97-AF65-F5344CB8AC3E}">
        <p14:creationId xmlns:p14="http://schemas.microsoft.com/office/powerpoint/2010/main" val="4052500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80471-E1CF-8402-8125-B5B4A7B2247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F14DC71-9C2F-68EF-7E04-4B1FEEB8BE51}"/>
              </a:ext>
            </a:extLst>
          </p:cNvPr>
          <p:cNvPicPr>
            <a:picLocks noChangeAspect="1"/>
          </p:cNvPicPr>
          <p:nvPr/>
        </p:nvPicPr>
        <p:blipFill>
          <a:blip r:embed="rId2"/>
          <a:stretch>
            <a:fillRect/>
          </a:stretch>
        </p:blipFill>
        <p:spPr>
          <a:xfrm>
            <a:off x="0" y="463045"/>
            <a:ext cx="9144000" cy="4452900"/>
          </a:xfrm>
          <a:prstGeom prst="rect">
            <a:avLst/>
          </a:prstGeom>
        </p:spPr>
      </p:pic>
      <p:sp>
        <p:nvSpPr>
          <p:cNvPr id="2" name="Title 1">
            <a:extLst>
              <a:ext uri="{FF2B5EF4-FFF2-40B4-BE49-F238E27FC236}">
                <a16:creationId xmlns:a16="http://schemas.microsoft.com/office/drawing/2014/main" id="{3D809BB6-A967-B7D9-5B41-D2517AFBF00D}"/>
              </a:ext>
            </a:extLst>
          </p:cNvPr>
          <p:cNvSpPr>
            <a:spLocks noGrp="1"/>
          </p:cNvSpPr>
          <p:nvPr>
            <p:ph type="title"/>
          </p:nvPr>
        </p:nvSpPr>
        <p:spPr>
          <a:xfrm>
            <a:off x="0" y="-2691"/>
            <a:ext cx="8520600" cy="572700"/>
          </a:xfrm>
        </p:spPr>
        <p:txBody>
          <a:bodyPr>
            <a:normAutofit fontScale="90000"/>
          </a:bodyPr>
          <a:lstStyle/>
          <a:p>
            <a:r>
              <a:rPr lang="en-US" dirty="0"/>
              <a:t>Screenshots of finished web-pages</a:t>
            </a:r>
          </a:p>
        </p:txBody>
      </p:sp>
      <p:sp>
        <p:nvSpPr>
          <p:cNvPr id="3" name="Text Placeholder 2">
            <a:extLst>
              <a:ext uri="{FF2B5EF4-FFF2-40B4-BE49-F238E27FC236}">
                <a16:creationId xmlns:a16="http://schemas.microsoft.com/office/drawing/2014/main" id="{9C1AF5BA-69B1-E5C2-3CE2-3CE12E8688AC}"/>
              </a:ext>
            </a:extLst>
          </p:cNvPr>
          <p:cNvSpPr>
            <a:spLocks noGrp="1"/>
          </p:cNvSpPr>
          <p:nvPr>
            <p:ph type="body" idx="1"/>
          </p:nvPr>
        </p:nvSpPr>
        <p:spPr>
          <a:xfrm>
            <a:off x="0" y="463044"/>
            <a:ext cx="8520600" cy="4680455"/>
          </a:xfrm>
        </p:spPr>
        <p:txBody>
          <a:bodyPr>
            <a:normAutofit fontScale="92500" lnSpcReduction="10000"/>
          </a:bodyPr>
          <a:lstStyle/>
          <a:p>
            <a:endParaRPr lang="en-US" dirty="0"/>
          </a:p>
          <a:p>
            <a:r>
              <a:rPr lang="en-US" dirty="0">
                <a:highlight>
                  <a:srgbClr val="00FFFF"/>
                </a:highlight>
              </a:rPr>
              <a:t>Create Room page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114300" indent="0">
              <a:buNone/>
            </a:pPr>
            <a:r>
              <a:rPr lang="en-US" dirty="0"/>
              <a:t>The page user sees after clicking on “Create Room” on Rooms page. This is where user can enter room title, description and image(not functional at the moment) which will then be displayed in rooms page</a:t>
            </a:r>
          </a:p>
        </p:txBody>
      </p:sp>
      <p:sp>
        <p:nvSpPr>
          <p:cNvPr id="4" name="Slide Number Placeholder 3">
            <a:extLst>
              <a:ext uri="{FF2B5EF4-FFF2-40B4-BE49-F238E27FC236}">
                <a16:creationId xmlns:a16="http://schemas.microsoft.com/office/drawing/2014/main" id="{8B38E968-6410-B6F4-1F51-29D690BBA18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Tree>
    <p:extLst>
      <p:ext uri="{BB962C8B-B14F-4D97-AF65-F5344CB8AC3E}">
        <p14:creationId xmlns:p14="http://schemas.microsoft.com/office/powerpoint/2010/main" val="866663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C8FE5-5C70-5848-255F-F9CBE7A6FAD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95E004D-C981-F57C-5C2F-0D908AE9F923}"/>
              </a:ext>
            </a:extLst>
          </p:cNvPr>
          <p:cNvPicPr>
            <a:picLocks noChangeAspect="1"/>
          </p:cNvPicPr>
          <p:nvPr/>
        </p:nvPicPr>
        <p:blipFill>
          <a:blip r:embed="rId2"/>
          <a:stretch>
            <a:fillRect/>
          </a:stretch>
        </p:blipFill>
        <p:spPr>
          <a:xfrm>
            <a:off x="0" y="0"/>
            <a:ext cx="9144000" cy="4462272"/>
          </a:xfrm>
          <a:prstGeom prst="rect">
            <a:avLst/>
          </a:prstGeom>
        </p:spPr>
      </p:pic>
      <p:sp>
        <p:nvSpPr>
          <p:cNvPr id="2" name="Title 1">
            <a:extLst>
              <a:ext uri="{FF2B5EF4-FFF2-40B4-BE49-F238E27FC236}">
                <a16:creationId xmlns:a16="http://schemas.microsoft.com/office/drawing/2014/main" id="{F1E5CAA0-E311-AB94-507D-431E08FE7EF4}"/>
              </a:ext>
            </a:extLst>
          </p:cNvPr>
          <p:cNvSpPr>
            <a:spLocks noGrp="1"/>
          </p:cNvSpPr>
          <p:nvPr>
            <p:ph type="title"/>
          </p:nvPr>
        </p:nvSpPr>
        <p:spPr>
          <a:xfrm>
            <a:off x="0" y="-2691"/>
            <a:ext cx="8520600" cy="572700"/>
          </a:xfrm>
        </p:spPr>
        <p:txBody>
          <a:bodyPr>
            <a:normAutofit fontScale="90000"/>
          </a:bodyPr>
          <a:lstStyle/>
          <a:p>
            <a:r>
              <a:rPr lang="en-US" dirty="0"/>
              <a:t>Screenshots of finished web-pages</a:t>
            </a:r>
          </a:p>
        </p:txBody>
      </p:sp>
      <p:sp>
        <p:nvSpPr>
          <p:cNvPr id="3" name="Text Placeholder 2">
            <a:extLst>
              <a:ext uri="{FF2B5EF4-FFF2-40B4-BE49-F238E27FC236}">
                <a16:creationId xmlns:a16="http://schemas.microsoft.com/office/drawing/2014/main" id="{659A9D98-0F76-7EE2-2545-F16519D7C2D3}"/>
              </a:ext>
            </a:extLst>
          </p:cNvPr>
          <p:cNvSpPr>
            <a:spLocks noGrp="1"/>
          </p:cNvSpPr>
          <p:nvPr>
            <p:ph type="body" idx="1"/>
          </p:nvPr>
        </p:nvSpPr>
        <p:spPr>
          <a:xfrm>
            <a:off x="0" y="463044"/>
            <a:ext cx="8520600" cy="4907242"/>
          </a:xfrm>
        </p:spPr>
        <p:txBody>
          <a:bodyPr>
            <a:normAutofit lnSpcReduction="10000"/>
          </a:bodyPr>
          <a:lstStyle/>
          <a:p>
            <a:endParaRPr lang="en-US" dirty="0"/>
          </a:p>
          <a:p>
            <a:r>
              <a:rPr lang="en-US" dirty="0">
                <a:highlight>
                  <a:srgbClr val="00FFFF"/>
                </a:highlight>
              </a:rPr>
              <a:t>Room page (Room name: Test2)</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114300" indent="0">
              <a:buNone/>
            </a:pPr>
            <a:r>
              <a:rPr lang="en-US" sz="1400" dirty="0">
                <a:highlight>
                  <a:srgbClr val="FFF2CC"/>
                </a:highlight>
              </a:rPr>
              <a:t>This is the room page after clicking on one of the rooms(For this, Test2 room) in the Rooms page. This page consists of Room title, description and the author. It also consists of viewing feedback other users posted, and the user can also post feedback anonymously or non anonymously</a:t>
            </a:r>
          </a:p>
          <a:p>
            <a:pPr marL="114300" indent="0">
              <a:buNone/>
            </a:pPr>
            <a:endParaRPr lang="en-US" dirty="0"/>
          </a:p>
          <a:p>
            <a:pPr marL="114300" indent="0">
              <a:buNone/>
            </a:pPr>
            <a:endParaRPr lang="en-US" dirty="0"/>
          </a:p>
        </p:txBody>
      </p:sp>
      <p:sp>
        <p:nvSpPr>
          <p:cNvPr id="4" name="Slide Number Placeholder 3">
            <a:extLst>
              <a:ext uri="{FF2B5EF4-FFF2-40B4-BE49-F238E27FC236}">
                <a16:creationId xmlns:a16="http://schemas.microsoft.com/office/drawing/2014/main" id="{B8B6A502-5CD2-351B-63AA-25CC8EA43F9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Tree>
    <p:extLst>
      <p:ext uri="{BB962C8B-B14F-4D97-AF65-F5344CB8AC3E}">
        <p14:creationId xmlns:p14="http://schemas.microsoft.com/office/powerpoint/2010/main" val="1818959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References</a:t>
            </a:r>
            <a:endParaRPr/>
          </a:p>
        </p:txBody>
      </p:sp>
      <p:sp>
        <p:nvSpPr>
          <p:cNvPr id="131" name="Google Shape;131;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r>
              <a:rPr lang="en-US" dirty="0"/>
              <a:t> Shaheen, A., Azam, F., &amp; Irshad, K. (2021, October). Anonymous Feedback: A real-time feedback to capture students’ engagement in learning process. In </a:t>
            </a:r>
            <a:r>
              <a:rPr lang="en-US" i="1" dirty="0"/>
              <a:t>International Conference on Medical Education (ICME 2021)</a:t>
            </a:r>
            <a:r>
              <a:rPr lang="en-US" dirty="0"/>
              <a:t> (pp. 65-68). Atlantis Press.</a:t>
            </a:r>
          </a:p>
          <a:p>
            <a:endParaRPr lang="en-US" dirty="0"/>
          </a:p>
          <a:p>
            <a:r>
              <a:rPr lang="en-US" dirty="0"/>
              <a:t> Frampton, A., Fox, F., Hollowood, A., </a:t>
            </a:r>
            <a:r>
              <a:rPr lang="en-US" dirty="0" err="1"/>
              <a:t>Northstone</a:t>
            </a:r>
            <a:r>
              <a:rPr lang="en-US" dirty="0"/>
              <a:t>, K., </a:t>
            </a:r>
            <a:r>
              <a:rPr lang="en-US" dirty="0" err="1"/>
              <a:t>Margelyte</a:t>
            </a:r>
            <a:r>
              <a:rPr lang="en-US" dirty="0"/>
              <a:t>, R., Smith-Clarke, S., &amp; Redwood, S. (2017). Using real-time, anonymous staff feedback to improve staff experience and engagement. </a:t>
            </a:r>
            <a:r>
              <a:rPr lang="en-US" i="1" dirty="0"/>
              <a:t>BMJ Quality Improvement Reports</a:t>
            </a:r>
            <a:r>
              <a:rPr lang="en-US" dirty="0"/>
              <a:t>, </a:t>
            </a:r>
            <a:r>
              <a:rPr lang="en-US" i="1" dirty="0"/>
              <a:t>6</a:t>
            </a:r>
            <a:r>
              <a:rPr lang="en-US" dirty="0"/>
              <a:t>(1).</a:t>
            </a:r>
          </a:p>
          <a:p>
            <a:pPr marL="457200" lvl="0" indent="-342900" algn="l" rtl="0">
              <a:spcBef>
                <a:spcPts val="0"/>
              </a:spcBef>
              <a:spcAft>
                <a:spcPts val="0"/>
              </a:spcAft>
              <a:buSzPts val="1800"/>
              <a:buChar char="●"/>
            </a:pPr>
            <a:endParaRPr dirty="0"/>
          </a:p>
        </p:txBody>
      </p:sp>
      <p:sp>
        <p:nvSpPr>
          <p:cNvPr id="2" name="Slide Number Placeholder 1">
            <a:extLst>
              <a:ext uri="{FF2B5EF4-FFF2-40B4-BE49-F238E27FC236}">
                <a16:creationId xmlns:a16="http://schemas.microsoft.com/office/drawing/2014/main" id="{1684CC7B-4953-84A9-BE42-BEAE8DDA40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51BC1-8784-F7DA-0769-75B2D8411A78}"/>
              </a:ext>
            </a:extLst>
          </p:cNvPr>
          <p:cNvSpPr>
            <a:spLocks noGrp="1"/>
          </p:cNvSpPr>
          <p:nvPr>
            <p:ph type="title"/>
          </p:nvPr>
        </p:nvSpPr>
        <p:spPr>
          <a:xfrm>
            <a:off x="311700" y="2119347"/>
            <a:ext cx="8520600" cy="904805"/>
          </a:xfrm>
        </p:spPr>
        <p:txBody>
          <a:bodyPr>
            <a:normAutofit fontScale="90000"/>
          </a:bodyPr>
          <a:lstStyle/>
          <a:p>
            <a:pPr algn="ctr"/>
            <a:r>
              <a:rPr lang="en-US" sz="4800" dirty="0"/>
              <a:t>THANK YOU!</a:t>
            </a:r>
          </a:p>
        </p:txBody>
      </p:sp>
      <p:sp>
        <p:nvSpPr>
          <p:cNvPr id="3" name="Slide Number Placeholder 2">
            <a:extLst>
              <a:ext uri="{FF2B5EF4-FFF2-40B4-BE49-F238E27FC236}">
                <a16:creationId xmlns:a16="http://schemas.microsoft.com/office/drawing/2014/main" id="{4B15A09E-00A0-588C-72E1-6672A7D67BE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Tree>
    <p:extLst>
      <p:ext uri="{BB962C8B-B14F-4D97-AF65-F5344CB8AC3E}">
        <p14:creationId xmlns:p14="http://schemas.microsoft.com/office/powerpoint/2010/main" val="424814009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1217</TotalTime>
  <Words>615</Words>
  <Application>Microsoft Office PowerPoint</Application>
  <PresentationFormat>On-screen Show (16:9)</PresentationFormat>
  <Paragraphs>160</Paragraphs>
  <Slides>20</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Times New Roman</vt:lpstr>
      <vt:lpstr>Simple Light</vt:lpstr>
      <vt:lpstr>Anonymous Feedback wall </vt:lpstr>
      <vt:lpstr>Outline</vt:lpstr>
      <vt:lpstr>Introduction</vt:lpstr>
      <vt:lpstr>Statement of Problem</vt:lpstr>
      <vt:lpstr>Objectives of the Project</vt:lpstr>
      <vt:lpstr>Scope of the Project</vt:lpstr>
      <vt:lpstr>Proposed System Overview</vt:lpstr>
      <vt:lpstr>System Design</vt:lpstr>
      <vt:lpstr>ER DIAGRAM</vt:lpstr>
      <vt:lpstr>Proposed Methodology</vt:lpstr>
      <vt:lpstr>Tools and Technologies</vt:lpstr>
      <vt:lpstr>Expected Outcomes</vt:lpstr>
      <vt:lpstr>Project Timeline (Gantt Chart)</vt:lpstr>
      <vt:lpstr>Screenshots of finished web-pages</vt:lpstr>
      <vt:lpstr>Screenshots of finished web-pages</vt:lpstr>
      <vt:lpstr>Screenshots of finished web-pages</vt:lpstr>
      <vt:lpstr>Screenshots of finished web-pages</vt:lpstr>
      <vt:lpstr>Screenshots of finished web-pages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Lumi N</dc:creator>
  <cp:lastModifiedBy>Shulabh  Shrestha</cp:lastModifiedBy>
  <cp:revision>15</cp:revision>
  <dcterms:modified xsi:type="dcterms:W3CDTF">2026-01-07T16:34:38Z</dcterms:modified>
</cp:coreProperties>
</file>